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67" r:id="rId2"/>
    <p:sldId id="269" r:id="rId3"/>
    <p:sldId id="276" r:id="rId4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F1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317" autoAdjust="0"/>
  </p:normalViewPr>
  <p:slideViewPr>
    <p:cSldViewPr snapToGrid="0" snapToObjects="1">
      <p:cViewPr varScale="1">
        <p:scale>
          <a:sx n="104" d="100"/>
          <a:sy n="104" d="100"/>
        </p:scale>
        <p:origin x="-123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264EE-3357-A14A-A444-21AB81874C93}" type="datetimeFigureOut">
              <a:rPr lang="en-US" smtClean="0"/>
              <a:t>17/11/15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E7760-86CA-4049-9ACF-39EE55051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10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496BEC-0B9D-4342-8B4A-733FD4CFA797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01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24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7" descr="barre-ba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6310313"/>
            <a:ext cx="9153525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0" y="2254250"/>
            <a:ext cx="720725" cy="252413"/>
          </a:xfrm>
          <a:prstGeom prst="rect">
            <a:avLst/>
          </a:prstGeom>
          <a:solidFill>
            <a:srgbClr val="00A2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fr-FR"/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5219700" y="6297613"/>
            <a:ext cx="2667000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buSzPct val="100000"/>
              <a:defRPr/>
            </a:pPr>
            <a:r>
              <a:rPr lang="fr-FR" sz="100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Tél : +33 (0)1 58 56 10 00</a:t>
            </a:r>
          </a:p>
          <a:p>
            <a:pPr>
              <a:buSzPct val="100000"/>
              <a:defRPr/>
            </a:pPr>
            <a:r>
              <a:rPr lang="fr-FR" sz="100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Fax : +33 (0)1 58 56 10 01</a:t>
            </a:r>
          </a:p>
          <a:p>
            <a:pPr>
              <a:buSzPct val="100000"/>
              <a:defRPr/>
            </a:pPr>
            <a:r>
              <a:rPr lang="fr-FR" sz="100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www.octo.com</a:t>
            </a:r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228600" y="6564313"/>
            <a:ext cx="2330450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buSzPct val="100000"/>
              <a:defRPr/>
            </a:pPr>
            <a:r>
              <a:rPr lang="pt-BR" sz="1000" dirty="0" smtClean="0">
                <a:solidFill>
                  <a:schemeClr val="bg2"/>
                </a:solidFill>
                <a:latin typeface="Arial" charset="0"/>
                <a:ea typeface="SimSun" charset="0"/>
                <a:cs typeface="SimSun" charset="0"/>
              </a:rPr>
              <a:t>© OCTO 2015  </a:t>
            </a: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328738" y="6297613"/>
            <a:ext cx="26670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r">
              <a:buSzPct val="100000"/>
              <a:defRPr/>
            </a:pPr>
            <a:r>
              <a:rPr lang="fr-FR" sz="1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50, avenue des Champs-Elysées</a:t>
            </a:r>
          </a:p>
          <a:p>
            <a:pPr algn="r">
              <a:buSzPct val="100000"/>
              <a:defRPr/>
            </a:pPr>
            <a:r>
              <a:rPr lang="fr-FR" sz="1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75008 Paris - FRANCE</a:t>
            </a:r>
          </a:p>
        </p:txBody>
      </p:sp>
      <p:pic>
        <p:nvPicPr>
          <p:cNvPr id="12" name="Image 12" descr="signe-reserve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261"/>
          <a:stretch>
            <a:fillRect/>
          </a:stretch>
        </p:blipFill>
        <p:spPr bwMode="auto">
          <a:xfrm>
            <a:off x="4138613" y="6381750"/>
            <a:ext cx="9382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13" descr="trame_code.png"/>
          <p:cNvPicPr>
            <a:picLocks noChangeAspect="1"/>
          </p:cNvPicPr>
          <p:nvPr/>
        </p:nvPicPr>
        <p:blipFill>
          <a:blip r:embed="rId5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48"/>
          <a:stretch>
            <a:fillRect/>
          </a:stretch>
        </p:blipFill>
        <p:spPr bwMode="auto">
          <a:xfrm>
            <a:off x="7502525" y="6313488"/>
            <a:ext cx="2447925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83136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90600" y="5410200"/>
            <a:ext cx="3008313" cy="539080"/>
          </a:xfrm>
          <a:solidFill>
            <a:schemeClr val="bg1">
              <a:alpha val="0"/>
            </a:schemeClr>
          </a:solidFill>
          <a:ln w="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D60"/>
              </a:buClr>
              <a:buSzPct val="100000"/>
              <a:buFontTx/>
              <a:buNone/>
              <a:tabLst/>
              <a:defRPr sz="11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899592" y="2103512"/>
            <a:ext cx="7344816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algn="l"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/>
          </p:nvPr>
        </p:nvSpPr>
        <p:spPr>
          <a:xfrm>
            <a:off x="3347864" y="3212207"/>
            <a:ext cx="4896544" cy="504825"/>
          </a:xfrm>
        </p:spPr>
        <p:txBody>
          <a:bodyPr/>
          <a:lstStyle>
            <a:lvl1pPr marL="0" indent="0" algn="r">
              <a:buFontTx/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3347864" y="4005883"/>
            <a:ext cx="4896544" cy="503237"/>
          </a:xfrm>
        </p:spPr>
        <p:txBody>
          <a:bodyPr/>
          <a:lstStyle>
            <a:lvl1pPr marL="0" indent="0" algn="r">
              <a:buFontTx/>
              <a:buNone/>
              <a:defRPr sz="1600">
                <a:solidFill>
                  <a:srgbClr val="00A2D9"/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71065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24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7" descr="barre-ba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6310313"/>
            <a:ext cx="9153525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0" y="2254250"/>
            <a:ext cx="720725" cy="252413"/>
          </a:xfrm>
          <a:prstGeom prst="rect">
            <a:avLst/>
          </a:prstGeom>
          <a:solidFill>
            <a:srgbClr val="00A2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fr-FR"/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5219700" y="6297613"/>
            <a:ext cx="26670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buSzPct val="100000"/>
              <a:defRPr/>
            </a:pPr>
            <a:r>
              <a:rPr lang="fr-FR" sz="1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Tél : +32 2 737 67 48</a:t>
            </a:r>
          </a:p>
          <a:p>
            <a:pPr>
              <a:buSzPct val="100000"/>
              <a:defRPr/>
            </a:pPr>
            <a:r>
              <a:rPr lang="fr-FR" sz="1000" dirty="0" err="1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www.octo.com</a:t>
            </a:r>
            <a:endParaRPr lang="fr-FR" sz="1000" dirty="0" smtClean="0">
              <a:solidFill>
                <a:srgbClr val="FFFFFF"/>
              </a:solidFill>
              <a:latin typeface="Arial" charset="0"/>
              <a:ea typeface="SimSun" charset="0"/>
              <a:cs typeface="SimSun" charset="0"/>
            </a:endParaRPr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228600" y="6564313"/>
            <a:ext cx="2330450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buSzPct val="100000"/>
              <a:defRPr/>
            </a:pPr>
            <a:r>
              <a:rPr lang="pt-BR" sz="1000" dirty="0" smtClean="0">
                <a:solidFill>
                  <a:schemeClr val="bg2"/>
                </a:solidFill>
                <a:latin typeface="Arial" charset="0"/>
                <a:ea typeface="SimSun" charset="0"/>
                <a:cs typeface="SimSun" charset="0"/>
              </a:rPr>
              <a:t>© OCTO 2015  </a:t>
            </a: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328738" y="6297613"/>
            <a:ext cx="26670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r">
              <a:buSzPct val="100000"/>
              <a:defRPr/>
            </a:pPr>
            <a:r>
              <a:rPr lang="fr-FR" sz="1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Rue des pères Blancs 4</a:t>
            </a:r>
          </a:p>
          <a:p>
            <a:pPr algn="r">
              <a:buSzPct val="100000"/>
              <a:defRPr/>
            </a:pPr>
            <a:r>
              <a:rPr lang="fr-FR" sz="1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1040 Bruxelles - BELGIQUE</a:t>
            </a:r>
          </a:p>
        </p:txBody>
      </p:sp>
      <p:pic>
        <p:nvPicPr>
          <p:cNvPr id="12" name="Image 12" descr="signe-reserve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261"/>
          <a:stretch>
            <a:fillRect/>
          </a:stretch>
        </p:blipFill>
        <p:spPr bwMode="auto">
          <a:xfrm>
            <a:off x="4138613" y="6381750"/>
            <a:ext cx="9382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13" descr="trame_code.png"/>
          <p:cNvPicPr>
            <a:picLocks noChangeAspect="1"/>
          </p:cNvPicPr>
          <p:nvPr/>
        </p:nvPicPr>
        <p:blipFill>
          <a:blip r:embed="rId5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48"/>
          <a:stretch>
            <a:fillRect/>
          </a:stretch>
        </p:blipFill>
        <p:spPr bwMode="auto">
          <a:xfrm>
            <a:off x="7502525" y="6313488"/>
            <a:ext cx="2447925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83136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90600" y="5410200"/>
            <a:ext cx="3008313" cy="539080"/>
          </a:xfrm>
          <a:solidFill>
            <a:schemeClr val="bg1">
              <a:alpha val="0"/>
            </a:schemeClr>
          </a:solidFill>
          <a:ln w="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D60"/>
              </a:buClr>
              <a:buSzPct val="100000"/>
              <a:buFontTx/>
              <a:buNone/>
              <a:tabLst/>
              <a:defRPr sz="11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899592" y="2103512"/>
            <a:ext cx="7344816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algn="l"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/>
          </p:nvPr>
        </p:nvSpPr>
        <p:spPr>
          <a:xfrm>
            <a:off x="3347864" y="3212207"/>
            <a:ext cx="4896544" cy="504825"/>
          </a:xfrm>
        </p:spPr>
        <p:txBody>
          <a:bodyPr/>
          <a:lstStyle>
            <a:lvl1pPr marL="0" indent="0" algn="r">
              <a:buFontTx/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3347864" y="4005883"/>
            <a:ext cx="4896544" cy="503237"/>
          </a:xfrm>
        </p:spPr>
        <p:txBody>
          <a:bodyPr/>
          <a:lstStyle>
            <a:lvl1pPr marL="0" indent="0" algn="r">
              <a:buFontTx/>
              <a:buNone/>
              <a:defRPr sz="1600">
                <a:solidFill>
                  <a:srgbClr val="00A2D9"/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88144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24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7" descr="barre-ba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6310313"/>
            <a:ext cx="9153525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0" y="2254250"/>
            <a:ext cx="720725" cy="252413"/>
          </a:xfrm>
          <a:prstGeom prst="rect">
            <a:avLst/>
          </a:prstGeom>
          <a:solidFill>
            <a:srgbClr val="00A2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fr-FR"/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5219700" y="6297613"/>
            <a:ext cx="26670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buSzPct val="100000"/>
              <a:defRPr/>
            </a:pPr>
            <a:r>
              <a:rPr lang="fr-FR" sz="1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Tél : +41 21 312 94 15</a:t>
            </a:r>
          </a:p>
          <a:p>
            <a:pPr>
              <a:buSzPct val="100000"/>
              <a:defRPr/>
            </a:pPr>
            <a:r>
              <a:rPr lang="fr-FR" sz="1000" dirty="0" err="1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www.octo.com</a:t>
            </a:r>
            <a:endParaRPr lang="fr-FR" sz="1000" dirty="0" smtClean="0">
              <a:solidFill>
                <a:srgbClr val="FFFFFF"/>
              </a:solidFill>
              <a:latin typeface="Arial" charset="0"/>
              <a:ea typeface="SimSun" charset="0"/>
              <a:cs typeface="SimSun" charset="0"/>
            </a:endParaRPr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228600" y="6564313"/>
            <a:ext cx="2330450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buSzPct val="100000"/>
              <a:defRPr/>
            </a:pPr>
            <a:r>
              <a:rPr lang="pt-BR" sz="1000" dirty="0" smtClean="0">
                <a:solidFill>
                  <a:schemeClr val="bg2"/>
                </a:solidFill>
                <a:latin typeface="Arial" charset="0"/>
                <a:ea typeface="SimSun" charset="0"/>
                <a:cs typeface="SimSun" charset="0"/>
              </a:rPr>
              <a:t>© OCTO 2015  </a:t>
            </a: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328738" y="6297613"/>
            <a:ext cx="26670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r">
              <a:buSzPct val="100000"/>
              <a:defRPr/>
            </a:pPr>
            <a:r>
              <a:rPr lang="fr-FR" sz="1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Avenue du théâtre 7</a:t>
            </a:r>
          </a:p>
          <a:p>
            <a:pPr algn="r">
              <a:buSzPct val="100000"/>
              <a:defRPr/>
            </a:pPr>
            <a:r>
              <a:rPr lang="fr-FR" sz="1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CH-1005 Lausanne - SUISSE</a:t>
            </a:r>
          </a:p>
        </p:txBody>
      </p:sp>
      <p:pic>
        <p:nvPicPr>
          <p:cNvPr id="12" name="Image 12" descr="signe-reserve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261"/>
          <a:stretch>
            <a:fillRect/>
          </a:stretch>
        </p:blipFill>
        <p:spPr bwMode="auto">
          <a:xfrm>
            <a:off x="4138613" y="6381750"/>
            <a:ext cx="9382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13" descr="trame_code.png"/>
          <p:cNvPicPr>
            <a:picLocks noChangeAspect="1"/>
          </p:cNvPicPr>
          <p:nvPr/>
        </p:nvPicPr>
        <p:blipFill>
          <a:blip r:embed="rId5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48"/>
          <a:stretch>
            <a:fillRect/>
          </a:stretch>
        </p:blipFill>
        <p:spPr bwMode="auto">
          <a:xfrm>
            <a:off x="7502525" y="6313488"/>
            <a:ext cx="2447925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83136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90600" y="5410200"/>
            <a:ext cx="3008313" cy="539080"/>
          </a:xfrm>
          <a:solidFill>
            <a:schemeClr val="bg1">
              <a:alpha val="0"/>
            </a:schemeClr>
          </a:solidFill>
          <a:ln w="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D60"/>
              </a:buClr>
              <a:buSzPct val="100000"/>
              <a:buFontTx/>
              <a:buNone/>
              <a:tabLst/>
              <a:defRPr sz="11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899592" y="2103512"/>
            <a:ext cx="7344816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algn="l"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/>
          </p:nvPr>
        </p:nvSpPr>
        <p:spPr>
          <a:xfrm>
            <a:off x="3347864" y="3212207"/>
            <a:ext cx="4896544" cy="504825"/>
          </a:xfrm>
        </p:spPr>
        <p:txBody>
          <a:bodyPr/>
          <a:lstStyle>
            <a:lvl1pPr marL="0" indent="0" algn="r">
              <a:buFontTx/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3347864" y="4005883"/>
            <a:ext cx="4896544" cy="503237"/>
          </a:xfrm>
        </p:spPr>
        <p:txBody>
          <a:bodyPr/>
          <a:lstStyle>
            <a:lvl1pPr marL="0" indent="0" algn="r">
              <a:buFontTx/>
              <a:buNone/>
              <a:defRPr sz="1600">
                <a:solidFill>
                  <a:srgbClr val="00A2D9"/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56867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24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7" descr="barre-ba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6310313"/>
            <a:ext cx="9153525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0" y="2254250"/>
            <a:ext cx="720725" cy="252413"/>
          </a:xfrm>
          <a:prstGeom prst="rect">
            <a:avLst/>
          </a:prstGeom>
          <a:solidFill>
            <a:srgbClr val="00A2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fr-FR"/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5219700" y="6297613"/>
            <a:ext cx="26670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buSzPct val="100000"/>
              <a:defRPr/>
            </a:pPr>
            <a:r>
              <a:rPr lang="fr-FR" sz="1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Tél : +212 537 778 843</a:t>
            </a:r>
          </a:p>
          <a:p>
            <a:pPr>
              <a:buSzPct val="100000"/>
              <a:defRPr/>
            </a:pPr>
            <a:r>
              <a:rPr lang="fr-FR" sz="1000" dirty="0" err="1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www.octo.com</a:t>
            </a:r>
            <a:endParaRPr lang="fr-FR" sz="1000" dirty="0" smtClean="0">
              <a:solidFill>
                <a:srgbClr val="FFFFFF"/>
              </a:solidFill>
              <a:latin typeface="Arial" charset="0"/>
              <a:ea typeface="SimSun" charset="0"/>
              <a:cs typeface="SimSun" charset="0"/>
            </a:endParaRPr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228600" y="6564313"/>
            <a:ext cx="2330450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buSzPct val="100000"/>
              <a:defRPr/>
            </a:pPr>
            <a:r>
              <a:rPr lang="pt-BR" sz="1000" dirty="0" smtClean="0">
                <a:solidFill>
                  <a:schemeClr val="bg2"/>
                </a:solidFill>
                <a:latin typeface="Arial" charset="0"/>
                <a:ea typeface="SimSun" charset="0"/>
                <a:cs typeface="SimSun" charset="0"/>
              </a:rPr>
              <a:t>© OCTO 2015  </a:t>
            </a: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328738" y="6297613"/>
            <a:ext cx="2667000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marL="0" marR="0" indent="0" algn="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fr-FR" sz="1000" dirty="0" smtClean="0">
                <a:solidFill>
                  <a:schemeClr val="bg1"/>
                </a:solidFill>
                <a:latin typeface="HelveticaNeue"/>
              </a:rPr>
              <a:t>49 rue </a:t>
            </a:r>
            <a:r>
              <a:rPr lang="fr-FR" sz="1000" dirty="0" err="1" smtClean="0">
                <a:solidFill>
                  <a:schemeClr val="bg1"/>
                </a:solidFill>
                <a:latin typeface="HelveticaNeue"/>
              </a:rPr>
              <a:t>Jabal</a:t>
            </a:r>
            <a:r>
              <a:rPr lang="fr-FR" sz="1000" dirty="0" smtClean="0">
                <a:solidFill>
                  <a:schemeClr val="bg1"/>
                </a:solidFill>
                <a:latin typeface="HelveticaNeue"/>
              </a:rPr>
              <a:t> </a:t>
            </a:r>
            <a:r>
              <a:rPr lang="fr-FR" sz="1000" dirty="0" err="1" smtClean="0">
                <a:solidFill>
                  <a:schemeClr val="bg1"/>
                </a:solidFill>
                <a:latin typeface="HelveticaNeue"/>
              </a:rPr>
              <a:t>Tazzeka</a:t>
            </a:r>
            <a:endParaRPr lang="fr-FR" sz="1000" dirty="0" smtClean="0">
              <a:solidFill>
                <a:schemeClr val="bg1"/>
              </a:solidFill>
              <a:latin typeface="Arial" charset="0"/>
              <a:ea typeface="SimSun" charset="0"/>
              <a:cs typeface="SimSun" charset="0"/>
            </a:endParaRPr>
          </a:p>
          <a:p>
            <a:pPr algn="r">
              <a:buSzPct val="100000"/>
              <a:defRPr/>
            </a:pPr>
            <a:r>
              <a:rPr lang="fr-FR" sz="1000" dirty="0" smtClean="0">
                <a:solidFill>
                  <a:schemeClr val="bg1"/>
                </a:solidFill>
                <a:latin typeface="Arial" charset="0"/>
                <a:ea typeface="SimSun" charset="0"/>
                <a:cs typeface="SimSun" charset="0"/>
              </a:rPr>
              <a:t>10000 </a:t>
            </a:r>
            <a:r>
              <a:rPr lang="fr-FR" sz="1000" dirty="0" err="1" smtClean="0">
                <a:solidFill>
                  <a:schemeClr val="bg1"/>
                </a:solidFill>
                <a:latin typeface="Arial" charset="0"/>
                <a:ea typeface="SimSun" charset="0"/>
                <a:cs typeface="SimSun" charset="0"/>
              </a:rPr>
              <a:t>Agdal</a:t>
            </a:r>
            <a:r>
              <a:rPr lang="fr-FR" sz="1000" dirty="0" smtClean="0">
                <a:solidFill>
                  <a:schemeClr val="bg1"/>
                </a:solidFill>
                <a:latin typeface="Arial" charset="0"/>
                <a:ea typeface="SimSun" charset="0"/>
                <a:cs typeface="SimSun" charset="0"/>
              </a:rPr>
              <a:t>, Rabat - MAROC</a:t>
            </a:r>
          </a:p>
        </p:txBody>
      </p:sp>
      <p:pic>
        <p:nvPicPr>
          <p:cNvPr id="12" name="Image 12" descr="signe-reserve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261"/>
          <a:stretch>
            <a:fillRect/>
          </a:stretch>
        </p:blipFill>
        <p:spPr bwMode="auto">
          <a:xfrm>
            <a:off x="4138613" y="6381750"/>
            <a:ext cx="9382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13" descr="trame_code.png"/>
          <p:cNvPicPr>
            <a:picLocks noChangeAspect="1"/>
          </p:cNvPicPr>
          <p:nvPr/>
        </p:nvPicPr>
        <p:blipFill>
          <a:blip r:embed="rId5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48"/>
          <a:stretch>
            <a:fillRect/>
          </a:stretch>
        </p:blipFill>
        <p:spPr bwMode="auto">
          <a:xfrm>
            <a:off x="7502525" y="6313488"/>
            <a:ext cx="2447925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83136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90600" y="5410200"/>
            <a:ext cx="3008313" cy="539080"/>
          </a:xfrm>
          <a:solidFill>
            <a:schemeClr val="bg1">
              <a:alpha val="0"/>
            </a:schemeClr>
          </a:solidFill>
          <a:ln w="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D60"/>
              </a:buClr>
              <a:buSzPct val="100000"/>
              <a:buFontTx/>
              <a:buNone/>
              <a:tabLst/>
              <a:defRPr sz="11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899592" y="2103512"/>
            <a:ext cx="7344816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algn="l"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/>
          </p:nvPr>
        </p:nvSpPr>
        <p:spPr>
          <a:xfrm>
            <a:off x="3347864" y="3212207"/>
            <a:ext cx="4896544" cy="504825"/>
          </a:xfrm>
        </p:spPr>
        <p:txBody>
          <a:bodyPr/>
          <a:lstStyle>
            <a:lvl1pPr marL="0" indent="0" algn="r">
              <a:buFontTx/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3347864" y="4005883"/>
            <a:ext cx="4896544" cy="503237"/>
          </a:xfrm>
        </p:spPr>
        <p:txBody>
          <a:bodyPr/>
          <a:lstStyle>
            <a:lvl1pPr marL="0" indent="0" algn="r">
              <a:buFontTx/>
              <a:buNone/>
              <a:defRPr sz="1600">
                <a:solidFill>
                  <a:srgbClr val="00A2D9"/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9159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24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7" descr="barre-ba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6310313"/>
            <a:ext cx="9153525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0" y="2254250"/>
            <a:ext cx="720725" cy="252413"/>
          </a:xfrm>
          <a:prstGeom prst="rect">
            <a:avLst/>
          </a:prstGeom>
          <a:solidFill>
            <a:srgbClr val="00A2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fr-FR"/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5219700" y="6297613"/>
            <a:ext cx="26670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buSzPct val="100000"/>
              <a:defRPr/>
            </a:pPr>
            <a:r>
              <a:rPr lang="fr-FR" sz="1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Tél : +55.11.3468.01.03</a:t>
            </a:r>
          </a:p>
          <a:p>
            <a:pPr>
              <a:buSzPct val="100000"/>
              <a:defRPr/>
            </a:pPr>
            <a:r>
              <a:rPr lang="fr-FR" sz="1000" dirty="0" err="1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www.octo.com</a:t>
            </a:r>
            <a:endParaRPr lang="fr-FR" sz="1000" dirty="0" smtClean="0">
              <a:solidFill>
                <a:srgbClr val="FFFFFF"/>
              </a:solidFill>
              <a:latin typeface="Arial" charset="0"/>
              <a:ea typeface="SimSun" charset="0"/>
              <a:cs typeface="SimSun" charset="0"/>
            </a:endParaRPr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228600" y="6564313"/>
            <a:ext cx="2330450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buSzPct val="100000"/>
              <a:defRPr/>
            </a:pPr>
            <a:r>
              <a:rPr lang="pt-BR" sz="1000" dirty="0" smtClean="0">
                <a:solidFill>
                  <a:schemeClr val="bg2"/>
                </a:solidFill>
                <a:latin typeface="Arial" charset="0"/>
                <a:ea typeface="SimSun" charset="0"/>
                <a:cs typeface="SimSun" charset="0"/>
              </a:rPr>
              <a:t>© OCTO 2015  </a:t>
            </a: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1328738" y="6297613"/>
            <a:ext cx="26670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r">
              <a:buSzPct val="100000"/>
              <a:defRPr/>
            </a:pPr>
            <a:r>
              <a:rPr lang="fr-FR" sz="1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Rua Funchal, 411 5</a:t>
            </a:r>
            <a:r>
              <a:rPr lang="fr-FR" sz="1000" baseline="30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e</a:t>
            </a:r>
            <a:r>
              <a:rPr lang="fr-FR" sz="1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 </a:t>
            </a:r>
            <a:r>
              <a:rPr lang="fr-FR" sz="1000" dirty="0" err="1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andar</a:t>
            </a:r>
            <a:r>
              <a:rPr lang="fr-FR" sz="1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 Vila </a:t>
            </a:r>
            <a:r>
              <a:rPr lang="fr-FR" sz="1000" dirty="0" err="1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Olimpia</a:t>
            </a:r>
            <a:endParaRPr lang="fr-FR" sz="1000" dirty="0" smtClean="0">
              <a:solidFill>
                <a:srgbClr val="FFFFFF"/>
              </a:solidFill>
              <a:latin typeface="Arial" charset="0"/>
              <a:ea typeface="SimSun" charset="0"/>
              <a:cs typeface="SimSun" charset="0"/>
            </a:endParaRPr>
          </a:p>
          <a:p>
            <a:pPr algn="r">
              <a:buSzPct val="100000"/>
              <a:defRPr/>
            </a:pPr>
            <a:r>
              <a:rPr lang="fr-FR" sz="1000" dirty="0" smtClean="0">
                <a:solidFill>
                  <a:srgbClr val="FFFFFF"/>
                </a:solidFill>
                <a:latin typeface="Arial" charset="0"/>
                <a:ea typeface="SimSun" charset="0"/>
                <a:cs typeface="SimSun" charset="0"/>
              </a:rPr>
              <a:t>Sao Paulo - BRASIL</a:t>
            </a:r>
          </a:p>
        </p:txBody>
      </p:sp>
      <p:pic>
        <p:nvPicPr>
          <p:cNvPr id="12" name="Image 12" descr="signe-reserve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261"/>
          <a:stretch>
            <a:fillRect/>
          </a:stretch>
        </p:blipFill>
        <p:spPr bwMode="auto">
          <a:xfrm>
            <a:off x="4138613" y="6381750"/>
            <a:ext cx="9382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13" descr="trame_code.png"/>
          <p:cNvPicPr>
            <a:picLocks noChangeAspect="1"/>
          </p:cNvPicPr>
          <p:nvPr/>
        </p:nvPicPr>
        <p:blipFill>
          <a:blip r:embed="rId5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48"/>
          <a:stretch>
            <a:fillRect/>
          </a:stretch>
        </p:blipFill>
        <p:spPr bwMode="auto">
          <a:xfrm>
            <a:off x="7502525" y="6313488"/>
            <a:ext cx="2447925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83136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90600" y="5410200"/>
            <a:ext cx="3008313" cy="539080"/>
          </a:xfrm>
          <a:solidFill>
            <a:schemeClr val="bg1">
              <a:alpha val="0"/>
            </a:schemeClr>
          </a:solidFill>
          <a:ln w="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D60"/>
              </a:buClr>
              <a:buSzPct val="100000"/>
              <a:buFontTx/>
              <a:buNone/>
              <a:tabLst/>
              <a:defRPr sz="11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899592" y="2103512"/>
            <a:ext cx="7344816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algn="l"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/>
          </p:nvPr>
        </p:nvSpPr>
        <p:spPr>
          <a:xfrm>
            <a:off x="3347864" y="3212207"/>
            <a:ext cx="4896544" cy="504825"/>
          </a:xfrm>
        </p:spPr>
        <p:txBody>
          <a:bodyPr/>
          <a:lstStyle>
            <a:lvl1pPr marL="0" indent="0" algn="r">
              <a:buFontTx/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3347864" y="4005883"/>
            <a:ext cx="4896544" cy="503237"/>
          </a:xfrm>
        </p:spPr>
        <p:txBody>
          <a:bodyPr/>
          <a:lstStyle>
            <a:lvl1pPr marL="0" indent="0" algn="r">
              <a:buFontTx/>
              <a:buNone/>
              <a:defRPr sz="1600">
                <a:solidFill>
                  <a:srgbClr val="00A2D9"/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97727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Titre et contenu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 sz="10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44623"/>
            <a:ext cx="8566790" cy="550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96017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Titre et contenu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71600" y="44623"/>
            <a:ext cx="7918718" cy="550151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 smtClean="0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5800" y="836712"/>
            <a:ext cx="7772400" cy="1872208"/>
          </a:xfrm>
        </p:spPr>
        <p:txBody>
          <a:bodyPr/>
          <a:lstStyle>
            <a:lvl5pPr>
              <a:defRPr sz="10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0"/>
          </p:nvPr>
        </p:nvSpPr>
        <p:spPr>
          <a:xfrm>
            <a:off x="346999" y="3106914"/>
            <a:ext cx="2640825" cy="3202405"/>
          </a:xfrm>
          <a:solidFill>
            <a:srgbClr val="FFFFFF"/>
          </a:solidFill>
          <a:ln w="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 algn="l">
              <a:buFontTx/>
              <a:buNone/>
              <a:defRPr sz="1050"/>
            </a:lvl1pPr>
            <a:lvl2pPr marL="457200" indent="0">
              <a:buFont typeface="Arial"/>
              <a:buNone/>
              <a:defRPr sz="1200"/>
            </a:lvl2pPr>
            <a:lvl3pPr>
              <a:defRPr sz="1000"/>
            </a:lvl3pPr>
            <a:lvl4pPr marL="1371600" indent="0">
              <a:buNone/>
              <a:defRPr sz="900"/>
            </a:lvl4pPr>
            <a:lvl5pPr>
              <a:defRPr sz="9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u texte 2"/>
          <p:cNvSpPr>
            <a:spLocks noGrp="1"/>
          </p:cNvSpPr>
          <p:nvPr>
            <p:ph type="body" idx="11"/>
          </p:nvPr>
        </p:nvSpPr>
        <p:spPr>
          <a:xfrm>
            <a:off x="358485" y="2929800"/>
            <a:ext cx="2629852" cy="194400"/>
          </a:xfrm>
          <a:solidFill>
            <a:schemeClr val="accent1"/>
          </a:solidFill>
        </p:spPr>
        <p:txBody>
          <a:bodyPr anchor="ctr"/>
          <a:lstStyle>
            <a:lvl1pPr marL="0" indent="0" algn="l">
              <a:buNone/>
              <a:defRPr sz="1000" b="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8" name="Espace réservé du contenu 3"/>
          <p:cNvSpPr>
            <a:spLocks noGrp="1"/>
          </p:cNvSpPr>
          <p:nvPr>
            <p:ph sz="half" idx="12"/>
          </p:nvPr>
        </p:nvSpPr>
        <p:spPr>
          <a:xfrm>
            <a:off x="3243847" y="3110090"/>
            <a:ext cx="2654323" cy="3199230"/>
          </a:xfrm>
          <a:solidFill>
            <a:srgbClr val="FFFFFF"/>
          </a:solidFill>
          <a:ln w="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 algn="l">
              <a:buFontTx/>
              <a:buNone/>
              <a:defRPr sz="1050"/>
            </a:lvl1pPr>
            <a:lvl2pPr marL="457200" indent="0">
              <a:buFont typeface="Arial"/>
              <a:buNone/>
              <a:defRPr sz="1200"/>
            </a:lvl2pPr>
            <a:lvl3pPr>
              <a:defRPr sz="1000"/>
            </a:lvl3pPr>
            <a:lvl4pPr marL="1371600" indent="0">
              <a:buNone/>
              <a:defRPr sz="900"/>
            </a:lvl4pPr>
            <a:lvl5pPr>
              <a:defRPr sz="9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9" name="Espace réservé du texte 2"/>
          <p:cNvSpPr>
            <a:spLocks noGrp="1"/>
          </p:cNvSpPr>
          <p:nvPr>
            <p:ph type="body" idx="13"/>
          </p:nvPr>
        </p:nvSpPr>
        <p:spPr>
          <a:xfrm>
            <a:off x="3242035" y="2926625"/>
            <a:ext cx="2660763" cy="194400"/>
          </a:xfrm>
          <a:solidFill>
            <a:srgbClr val="00A2D8"/>
          </a:solidFill>
        </p:spPr>
        <p:txBody>
          <a:bodyPr anchor="ctr"/>
          <a:lstStyle>
            <a:lvl1pPr marL="0" indent="0" algn="l">
              <a:buNone/>
              <a:defRPr sz="1000" b="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0" name="Espace réservé du contenu 3"/>
          <p:cNvSpPr>
            <a:spLocks noGrp="1"/>
          </p:cNvSpPr>
          <p:nvPr>
            <p:ph sz="half" idx="14"/>
          </p:nvPr>
        </p:nvSpPr>
        <p:spPr>
          <a:xfrm>
            <a:off x="6164224" y="3106914"/>
            <a:ext cx="2587667" cy="3202405"/>
          </a:xfrm>
          <a:solidFill>
            <a:srgbClr val="FFFFFF"/>
          </a:solidFill>
          <a:ln w="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648000" rIns="180000"/>
          <a:lstStyle>
            <a:lvl1pPr marL="0" indent="0" algn="l">
              <a:buFontTx/>
              <a:buNone/>
              <a:defRPr sz="1050"/>
            </a:lvl1pPr>
            <a:lvl2pPr marL="457200" indent="0">
              <a:buFont typeface="Arial"/>
              <a:buNone/>
              <a:defRPr sz="1200"/>
            </a:lvl2pPr>
            <a:lvl3pPr>
              <a:defRPr sz="1000"/>
            </a:lvl3pPr>
            <a:lvl4pPr marL="1371600" indent="0">
              <a:buNone/>
              <a:defRPr sz="900"/>
            </a:lvl4pPr>
            <a:lvl5pPr>
              <a:defRPr sz="9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1" name="Espace réservé du texte 2"/>
          <p:cNvSpPr>
            <a:spLocks noGrp="1"/>
          </p:cNvSpPr>
          <p:nvPr>
            <p:ph type="body" idx="15"/>
          </p:nvPr>
        </p:nvSpPr>
        <p:spPr>
          <a:xfrm>
            <a:off x="6159604" y="2926624"/>
            <a:ext cx="2593734" cy="194400"/>
          </a:xfrm>
          <a:solidFill>
            <a:srgbClr val="00A2D8"/>
          </a:solidFill>
        </p:spPr>
        <p:txBody>
          <a:bodyPr anchor="ctr"/>
          <a:lstStyle>
            <a:lvl1pPr marL="0" indent="0" algn="l">
              <a:buNone/>
              <a:defRPr sz="1000" b="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2105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Titre et contenu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71600" y="44623"/>
            <a:ext cx="7918718" cy="550151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 smtClean="0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1000" y="980728"/>
            <a:ext cx="8382000" cy="1584176"/>
          </a:xfrm>
        </p:spPr>
        <p:txBody>
          <a:bodyPr/>
          <a:lstStyle>
            <a:lvl1pPr marL="0" indent="0">
              <a:buFont typeface="Arial"/>
              <a:buNone/>
              <a:defRPr sz="2000"/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texte 2"/>
          <p:cNvSpPr>
            <a:spLocks noGrp="1"/>
          </p:cNvSpPr>
          <p:nvPr>
            <p:ph type="body" idx="10"/>
          </p:nvPr>
        </p:nvSpPr>
        <p:spPr>
          <a:xfrm>
            <a:off x="381000" y="2780928"/>
            <a:ext cx="4118991" cy="190872"/>
          </a:xfrm>
          <a:solidFill>
            <a:srgbClr val="00A2D8"/>
          </a:solidFill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26"/>
          </p:nvPr>
        </p:nvSpPr>
        <p:spPr>
          <a:xfrm>
            <a:off x="381000" y="2971800"/>
            <a:ext cx="4106642" cy="1182280"/>
          </a:xfrm>
          <a:solidFill>
            <a:srgbClr val="FFFFFF"/>
          </a:solidFill>
          <a:ln w="12700" cmpd="sng">
            <a:noFill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22" name="Espace réservé du texte 2"/>
          <p:cNvSpPr>
            <a:spLocks noGrp="1"/>
          </p:cNvSpPr>
          <p:nvPr>
            <p:ph type="body" idx="34"/>
          </p:nvPr>
        </p:nvSpPr>
        <p:spPr>
          <a:xfrm>
            <a:off x="381000" y="4368728"/>
            <a:ext cx="4126911" cy="203271"/>
          </a:xfrm>
          <a:solidFill>
            <a:srgbClr val="00A2D8"/>
          </a:solidFill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4" name="Espace réservé du contenu 2"/>
          <p:cNvSpPr>
            <a:spLocks noGrp="1"/>
          </p:cNvSpPr>
          <p:nvPr>
            <p:ph sz="half" idx="35"/>
          </p:nvPr>
        </p:nvSpPr>
        <p:spPr>
          <a:xfrm>
            <a:off x="381000" y="4572000"/>
            <a:ext cx="4114562" cy="1169881"/>
          </a:xfrm>
          <a:solidFill>
            <a:srgbClr val="FFFFFF"/>
          </a:solidFill>
          <a:ln w="12700" cmpd="sng">
            <a:noFill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2" name="Espace réservé du texte 2"/>
          <p:cNvSpPr>
            <a:spLocks noGrp="1"/>
          </p:cNvSpPr>
          <p:nvPr>
            <p:ph type="body" idx="36"/>
          </p:nvPr>
        </p:nvSpPr>
        <p:spPr>
          <a:xfrm>
            <a:off x="4648200" y="2780928"/>
            <a:ext cx="4118991" cy="190872"/>
          </a:xfrm>
          <a:solidFill>
            <a:srgbClr val="00A2D8"/>
          </a:solidFill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3" name="Espace réservé du contenu 2"/>
          <p:cNvSpPr>
            <a:spLocks noGrp="1"/>
          </p:cNvSpPr>
          <p:nvPr>
            <p:ph sz="half" idx="37"/>
          </p:nvPr>
        </p:nvSpPr>
        <p:spPr>
          <a:xfrm>
            <a:off x="4648200" y="2971800"/>
            <a:ext cx="4106642" cy="1182280"/>
          </a:xfrm>
          <a:solidFill>
            <a:srgbClr val="FFFFFF"/>
          </a:solidFill>
          <a:ln w="12700" cmpd="sng">
            <a:noFill/>
          </a:ln>
        </p:spPr>
        <p:txBody>
          <a:bodyPr lIns="648000"/>
          <a:lstStyle>
            <a:lvl1pPr marL="0" indent="1270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4" name="Espace réservé du texte 2"/>
          <p:cNvSpPr>
            <a:spLocks noGrp="1"/>
          </p:cNvSpPr>
          <p:nvPr>
            <p:ph type="body" idx="38"/>
          </p:nvPr>
        </p:nvSpPr>
        <p:spPr>
          <a:xfrm>
            <a:off x="4648200" y="4368728"/>
            <a:ext cx="4126911" cy="203271"/>
          </a:xfrm>
          <a:solidFill>
            <a:srgbClr val="00A2D8"/>
          </a:solidFill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6" name="Espace réservé du contenu 2"/>
          <p:cNvSpPr>
            <a:spLocks noGrp="1"/>
          </p:cNvSpPr>
          <p:nvPr>
            <p:ph sz="half" idx="39"/>
          </p:nvPr>
        </p:nvSpPr>
        <p:spPr>
          <a:xfrm>
            <a:off x="4648200" y="4572000"/>
            <a:ext cx="4114562" cy="1169881"/>
          </a:xfrm>
          <a:solidFill>
            <a:srgbClr val="FFFFFF"/>
          </a:solidFill>
          <a:ln w="12700" cmpd="sng">
            <a:noFill/>
          </a:ln>
        </p:spPr>
        <p:txBody>
          <a:bodyPr lIns="648000"/>
          <a:lstStyle>
            <a:lvl1pPr marL="0" indent="12700">
              <a:buFontTx/>
              <a:buNone/>
              <a:defRPr sz="1200"/>
            </a:lvl1pPr>
            <a:lvl2pPr>
              <a:buFontTx/>
              <a:buNone/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09809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n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71600" y="44623"/>
            <a:ext cx="7918718" cy="550151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 smtClean="0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1520" y="980728"/>
            <a:ext cx="4244280" cy="5184576"/>
          </a:xfrm>
        </p:spPr>
        <p:txBody>
          <a:bodyPr/>
          <a:lstStyle>
            <a:lvl1pPr marL="182563" indent="-182563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980728"/>
            <a:ext cx="4244280" cy="5184576"/>
          </a:xfrm>
        </p:spPr>
        <p:txBody>
          <a:bodyPr/>
          <a:lstStyle>
            <a:lvl1pPr marL="182563" indent="-182563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371408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/>
          <p:cNvSpPr>
            <a:spLocks noGrp="1"/>
          </p:cNvSpPr>
          <p:nvPr>
            <p:ph idx="10"/>
          </p:nvPr>
        </p:nvSpPr>
        <p:spPr>
          <a:xfrm>
            <a:off x="304800" y="980728"/>
            <a:ext cx="8578972" cy="1584176"/>
          </a:xfrm>
        </p:spPr>
        <p:txBody>
          <a:bodyPr/>
          <a:lstStyle>
            <a:lvl1pPr marL="0" indent="0">
              <a:buFont typeface="Arial"/>
              <a:buNone/>
              <a:defRPr/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0" name="Espace réservé du texte 2"/>
          <p:cNvSpPr>
            <a:spLocks noGrp="1"/>
          </p:cNvSpPr>
          <p:nvPr>
            <p:ph type="body" idx="11"/>
          </p:nvPr>
        </p:nvSpPr>
        <p:spPr>
          <a:xfrm>
            <a:off x="304800" y="2780928"/>
            <a:ext cx="4027001" cy="194054"/>
          </a:xfrm>
          <a:solidFill>
            <a:srgbClr val="00A2D8"/>
          </a:solidFill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half" idx="26"/>
          </p:nvPr>
        </p:nvSpPr>
        <p:spPr>
          <a:xfrm>
            <a:off x="304800" y="2971800"/>
            <a:ext cx="4014652" cy="1363152"/>
          </a:xfrm>
          <a:solidFill>
            <a:srgbClr val="FFFF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2" name="Espace réservé du texte 2"/>
          <p:cNvSpPr>
            <a:spLocks noGrp="1"/>
          </p:cNvSpPr>
          <p:nvPr>
            <p:ph type="body" idx="34"/>
          </p:nvPr>
        </p:nvSpPr>
        <p:spPr>
          <a:xfrm>
            <a:off x="304800" y="4576128"/>
            <a:ext cx="4034921" cy="194054"/>
          </a:xfrm>
          <a:solidFill>
            <a:srgbClr val="00A2D8"/>
          </a:solidFill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3" name="Espace réservé du contenu 2"/>
          <p:cNvSpPr>
            <a:spLocks noGrp="1"/>
          </p:cNvSpPr>
          <p:nvPr>
            <p:ph sz="half" idx="35"/>
          </p:nvPr>
        </p:nvSpPr>
        <p:spPr>
          <a:xfrm>
            <a:off x="304800" y="4765849"/>
            <a:ext cx="4022572" cy="1368152"/>
          </a:xfrm>
          <a:solidFill>
            <a:srgbClr val="FFFF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 marL="0">
              <a:defRPr sz="1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71600" y="44623"/>
            <a:ext cx="7918718" cy="550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804561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Comparais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12700" y="12700"/>
            <a:ext cx="3119438" cy="608013"/>
          </a:xfrm>
          <a:prstGeom prst="rect">
            <a:avLst/>
          </a:prstGeom>
          <a:solidFill>
            <a:schemeClr val="bg1"/>
          </a:solidFill>
          <a:ln w="19050">
            <a:solidFill>
              <a:srgbClr val="E6E6E6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10" name="Espace réservé du texte 2"/>
          <p:cNvSpPr>
            <a:spLocks noGrp="1"/>
          </p:cNvSpPr>
          <p:nvPr>
            <p:ph type="body" idx="11"/>
          </p:nvPr>
        </p:nvSpPr>
        <p:spPr>
          <a:xfrm>
            <a:off x="304800" y="764704"/>
            <a:ext cx="4027001" cy="194054"/>
          </a:xfrm>
          <a:solidFill>
            <a:srgbClr val="00A2D8"/>
          </a:solidFill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half" idx="26"/>
          </p:nvPr>
        </p:nvSpPr>
        <p:spPr>
          <a:xfrm>
            <a:off x="316057" y="965787"/>
            <a:ext cx="4014652" cy="1095061"/>
          </a:xfrm>
          <a:solidFill>
            <a:srgbClr val="FFFF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 marL="0"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2" name="Espace réservé du texte 2"/>
          <p:cNvSpPr>
            <a:spLocks noGrp="1"/>
          </p:cNvSpPr>
          <p:nvPr>
            <p:ph type="body" idx="34"/>
          </p:nvPr>
        </p:nvSpPr>
        <p:spPr>
          <a:xfrm>
            <a:off x="304800" y="4509119"/>
            <a:ext cx="4034921" cy="194054"/>
          </a:xfrm>
          <a:solidFill>
            <a:srgbClr val="00A2D8"/>
          </a:solidFill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3" name="Espace réservé du contenu 2"/>
          <p:cNvSpPr>
            <a:spLocks noGrp="1"/>
          </p:cNvSpPr>
          <p:nvPr>
            <p:ph sz="half" idx="35"/>
          </p:nvPr>
        </p:nvSpPr>
        <p:spPr>
          <a:xfrm>
            <a:off x="304800" y="4698840"/>
            <a:ext cx="4022572" cy="1106424"/>
          </a:xfrm>
          <a:solidFill>
            <a:srgbClr val="FFFF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 marL="0">
              <a:defRPr sz="1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4" name="Espace réservé du texte 2"/>
          <p:cNvSpPr>
            <a:spLocks noGrp="1"/>
          </p:cNvSpPr>
          <p:nvPr>
            <p:ph type="body" idx="36"/>
          </p:nvPr>
        </p:nvSpPr>
        <p:spPr>
          <a:xfrm>
            <a:off x="323528" y="2276872"/>
            <a:ext cx="4027001" cy="194054"/>
          </a:xfrm>
          <a:solidFill>
            <a:srgbClr val="00A2D8"/>
          </a:solidFill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5" name="Espace réservé du contenu 2"/>
          <p:cNvSpPr>
            <a:spLocks noGrp="1"/>
          </p:cNvSpPr>
          <p:nvPr>
            <p:ph sz="half" idx="37"/>
          </p:nvPr>
        </p:nvSpPr>
        <p:spPr>
          <a:xfrm>
            <a:off x="323528" y="2467744"/>
            <a:ext cx="4014652" cy="1872208"/>
          </a:xfrm>
          <a:solidFill>
            <a:srgbClr val="FFFF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203848" y="44623"/>
            <a:ext cx="5686470" cy="550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  <p:sp>
        <p:nvSpPr>
          <p:cNvPr id="19" name="Espace réservé du contenu 2"/>
          <p:cNvSpPr>
            <a:spLocks noGrp="1"/>
          </p:cNvSpPr>
          <p:nvPr>
            <p:ph idx="1"/>
          </p:nvPr>
        </p:nvSpPr>
        <p:spPr>
          <a:xfrm>
            <a:off x="1403648" y="188640"/>
            <a:ext cx="1656184" cy="288032"/>
          </a:xfrm>
        </p:spPr>
        <p:txBody>
          <a:bodyPr/>
          <a:lstStyle>
            <a:lvl1pPr marL="0" indent="0">
              <a:buFontTx/>
              <a:buNone/>
              <a:defRPr sz="1800"/>
            </a:lvl1pPr>
            <a:lvl5pPr>
              <a:defRPr sz="10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0" name="Espace réservé du contenu 3"/>
          <p:cNvSpPr>
            <a:spLocks noGrp="1"/>
          </p:cNvSpPr>
          <p:nvPr>
            <p:ph sz="half" idx="17"/>
          </p:nvPr>
        </p:nvSpPr>
        <p:spPr>
          <a:xfrm>
            <a:off x="304800" y="6002934"/>
            <a:ext cx="8587680" cy="306386"/>
          </a:xfrm>
          <a:solidFill>
            <a:srgbClr val="C9E2BB"/>
          </a:solidFill>
          <a:ln w="12700" cap="flat" cmpd="sng" algn="ctr">
            <a:solidFill>
              <a:schemeClr val="accent3">
                <a:lumMod val="40000"/>
                <a:lumOff val="6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>
            <a:lvl1pPr marL="0" indent="0">
              <a:buFont typeface="Arial"/>
              <a:buNone/>
              <a:defRPr sz="1200"/>
            </a:lvl1pPr>
            <a:lvl2pPr marL="457200" indent="0">
              <a:buFont typeface="Arial"/>
              <a:buNone/>
              <a:defRPr sz="1100"/>
            </a:lvl2pPr>
            <a:lvl3pPr marL="914400" indent="0">
              <a:buFont typeface="Arial"/>
              <a:buNone/>
              <a:defRPr sz="1000"/>
            </a:lvl3pPr>
            <a:lvl4pPr marL="1371600" indent="0">
              <a:buNone/>
              <a:defRPr sz="900"/>
            </a:lvl4pPr>
            <a:lvl5pPr>
              <a:defRPr sz="9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1" name="Espace réservé pour une image  2"/>
          <p:cNvSpPr>
            <a:spLocks noGrp="1"/>
          </p:cNvSpPr>
          <p:nvPr>
            <p:ph type="pic" idx="38"/>
          </p:nvPr>
        </p:nvSpPr>
        <p:spPr>
          <a:xfrm>
            <a:off x="4572000" y="764703"/>
            <a:ext cx="4320480" cy="50405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 smtClean="0"/>
              <a:t>Faire glisser l'image vers l'espace réservé ou cliquer sur l'icône pour l'ajouter</a:t>
            </a:r>
            <a:endParaRPr lang="fr-FR" noProof="0" dirty="0" smtClean="0"/>
          </a:p>
        </p:txBody>
      </p:sp>
    </p:spTree>
    <p:extLst>
      <p:ext uri="{BB962C8B-B14F-4D97-AF65-F5344CB8AC3E}">
        <p14:creationId xmlns:p14="http://schemas.microsoft.com/office/powerpoint/2010/main" val="3862014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Comparais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  2"/>
          <p:cNvSpPr>
            <a:spLocks noGrp="1"/>
          </p:cNvSpPr>
          <p:nvPr>
            <p:ph type="pic" idx="10"/>
          </p:nvPr>
        </p:nvSpPr>
        <p:spPr>
          <a:xfrm>
            <a:off x="4572000" y="720086"/>
            <a:ext cx="4572000" cy="558923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 smtClean="0"/>
              <a:t>Faire glisser l'image vers l'espace réservé ou cliquer sur l'icône pour l'ajouter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type="body" idx="11"/>
          </p:nvPr>
        </p:nvSpPr>
        <p:spPr>
          <a:xfrm>
            <a:off x="304800" y="1005443"/>
            <a:ext cx="3801600" cy="194400"/>
          </a:xfrm>
          <a:solidFill>
            <a:srgbClr val="00A2D8"/>
          </a:solidFill>
          <a:ln>
            <a:noFill/>
          </a:ln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u contenu 3"/>
          <p:cNvSpPr>
            <a:spLocks noGrp="1"/>
          </p:cNvSpPr>
          <p:nvPr>
            <p:ph sz="half" idx="12"/>
          </p:nvPr>
        </p:nvSpPr>
        <p:spPr>
          <a:xfrm>
            <a:off x="304800" y="1203291"/>
            <a:ext cx="3799050" cy="2618936"/>
          </a:xfrm>
          <a:solidFill>
            <a:srgbClr val="FFFF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 marL="457200" indent="0">
              <a:buFont typeface="Arial"/>
              <a:buNone/>
              <a:defRPr sz="1200"/>
            </a:lvl2pPr>
            <a:lvl3pPr>
              <a:defRPr sz="1000"/>
            </a:lvl3pPr>
            <a:lvl4pPr marL="1371600" indent="0">
              <a:buNone/>
              <a:defRPr sz="900"/>
            </a:lvl4pPr>
            <a:lvl5pPr>
              <a:defRPr sz="9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71600" y="44623"/>
            <a:ext cx="7918718" cy="550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267328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  5"/>
          <p:cNvSpPr>
            <a:spLocks noGrp="1"/>
          </p:cNvSpPr>
          <p:nvPr>
            <p:ph type="pic" sz="quarter" idx="10"/>
          </p:nvPr>
        </p:nvSpPr>
        <p:spPr>
          <a:xfrm>
            <a:off x="323528" y="1021212"/>
            <a:ext cx="8568952" cy="5144091"/>
          </a:xfrm>
        </p:spPr>
        <p:txBody>
          <a:bodyPr/>
          <a:lstStyle/>
          <a:p>
            <a:pPr lvl="0"/>
            <a:r>
              <a:rPr lang="fr-FR" noProof="0" smtClean="0"/>
              <a:t>Faire glisser l'image vers l'espace réservé ou cliquer sur l'icône pour l'ajouter</a:t>
            </a:r>
            <a:endParaRPr lang="fr-FR" noProof="0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71600" y="44623"/>
            <a:ext cx="7918718" cy="550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413673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Comparaiso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04800" y="1112934"/>
            <a:ext cx="8571600" cy="1307954"/>
          </a:xfrm>
          <a:noFill/>
          <a:ln w="12700" cap="flat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 baseline="0"/>
            </a:lvl1pPr>
            <a:lvl2pPr marL="457200" indent="0">
              <a:buFont typeface="Arial"/>
              <a:buNone/>
              <a:defRPr sz="1200"/>
            </a:lvl2pPr>
            <a:lvl3pPr marL="914400" indent="0">
              <a:buFont typeface="Arial"/>
              <a:buNone/>
              <a:defRPr sz="1000"/>
            </a:lvl3pPr>
            <a:lvl4pPr marL="1371600" indent="0">
              <a:buNone/>
              <a:defRPr sz="900"/>
            </a:lvl4pPr>
            <a:lvl5pPr>
              <a:defRPr sz="9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4800" y="908720"/>
            <a:ext cx="4125600" cy="194400"/>
          </a:xfrm>
          <a:solidFill>
            <a:srgbClr val="00A2D8"/>
          </a:solidFill>
          <a:ln>
            <a:noFill/>
          </a:ln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9" name="Espace réservé du contenu 3"/>
          <p:cNvSpPr>
            <a:spLocks noGrp="1"/>
          </p:cNvSpPr>
          <p:nvPr>
            <p:ph sz="half" idx="10"/>
          </p:nvPr>
        </p:nvSpPr>
        <p:spPr>
          <a:xfrm>
            <a:off x="304800" y="2768716"/>
            <a:ext cx="5415526" cy="2100444"/>
          </a:xfrm>
          <a:solidFill>
            <a:srgbClr val="FFFFFF"/>
          </a:solidFill>
          <a:ln w="12700" cap="flat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 marL="457200" indent="0">
              <a:buFont typeface="Arial"/>
              <a:buNone/>
              <a:defRPr sz="1200"/>
            </a:lvl2pPr>
            <a:lvl3pPr>
              <a:defRPr sz="1000"/>
            </a:lvl3pPr>
            <a:lvl4pPr marL="1371600" indent="0">
              <a:buNone/>
              <a:defRPr sz="900"/>
            </a:lvl4pPr>
            <a:lvl5pPr>
              <a:defRPr sz="9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2" name="Espace réservé du texte 2"/>
          <p:cNvSpPr>
            <a:spLocks noGrp="1"/>
          </p:cNvSpPr>
          <p:nvPr>
            <p:ph type="body" idx="11"/>
          </p:nvPr>
        </p:nvSpPr>
        <p:spPr>
          <a:xfrm>
            <a:off x="304800" y="2564904"/>
            <a:ext cx="4125600" cy="194400"/>
          </a:xfrm>
          <a:solidFill>
            <a:srgbClr val="00A2D8"/>
          </a:solidFill>
        </p:spPr>
        <p:txBody>
          <a:bodyPr anchor="ctr"/>
          <a:lstStyle>
            <a:lvl1pPr marL="0" indent="0">
              <a:buNone/>
              <a:defRPr sz="1000" b="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8" name="Espace réservé du contenu 3"/>
          <p:cNvSpPr>
            <a:spLocks noGrp="1"/>
          </p:cNvSpPr>
          <p:nvPr>
            <p:ph sz="half" idx="12"/>
          </p:nvPr>
        </p:nvSpPr>
        <p:spPr>
          <a:xfrm>
            <a:off x="304799" y="5215467"/>
            <a:ext cx="8573365" cy="948583"/>
          </a:xfrm>
          <a:solidFill>
            <a:srgbClr val="FFFFFF"/>
          </a:solidFill>
          <a:ln w="12700" cap="flat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 marL="457200" indent="0">
              <a:buFont typeface="Arial"/>
              <a:buNone/>
              <a:defRPr sz="1200"/>
            </a:lvl2pPr>
            <a:lvl3pPr>
              <a:defRPr sz="1000"/>
            </a:lvl3pPr>
            <a:lvl4pPr marL="1371600" indent="0">
              <a:buNone/>
              <a:defRPr sz="900"/>
            </a:lvl4pPr>
            <a:lvl5pPr>
              <a:defRPr sz="9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1" name="Espace réservé du texte 2"/>
          <p:cNvSpPr>
            <a:spLocks noGrp="1"/>
          </p:cNvSpPr>
          <p:nvPr>
            <p:ph type="body" idx="13"/>
          </p:nvPr>
        </p:nvSpPr>
        <p:spPr>
          <a:xfrm>
            <a:off x="304800" y="5005513"/>
            <a:ext cx="4125600" cy="194400"/>
          </a:xfrm>
          <a:solidFill>
            <a:srgbClr val="00A2D8"/>
          </a:solidFill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5" name="Espace réservé du texte 2"/>
          <p:cNvSpPr>
            <a:spLocks noGrp="1"/>
          </p:cNvSpPr>
          <p:nvPr>
            <p:ph type="body" idx="15"/>
          </p:nvPr>
        </p:nvSpPr>
        <p:spPr>
          <a:xfrm>
            <a:off x="5867400" y="2564904"/>
            <a:ext cx="3015179" cy="194400"/>
          </a:xfrm>
          <a:solidFill>
            <a:schemeClr val="accent1"/>
          </a:solidFill>
        </p:spPr>
        <p:txBody>
          <a:bodyPr anchor="ctr"/>
          <a:lstStyle>
            <a:lvl1pPr marL="0" indent="0">
              <a:buNone/>
              <a:defRPr sz="1000" b="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6" name="Espace réservé du contenu 3"/>
          <p:cNvSpPr>
            <a:spLocks noGrp="1"/>
          </p:cNvSpPr>
          <p:nvPr>
            <p:ph sz="half" idx="16"/>
          </p:nvPr>
        </p:nvSpPr>
        <p:spPr>
          <a:xfrm>
            <a:off x="5871020" y="4114799"/>
            <a:ext cx="3016800" cy="725789"/>
          </a:xfrm>
          <a:solidFill>
            <a:srgbClr val="FFFFFF"/>
          </a:solidFill>
          <a:ln w="12700" cap="flat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48000" anchor="ctr"/>
          <a:lstStyle>
            <a:lvl1pPr marL="0" indent="0">
              <a:buFontTx/>
              <a:buNone/>
              <a:defRPr sz="1100"/>
            </a:lvl1pPr>
            <a:lvl2pPr marL="457200" indent="0">
              <a:buFont typeface="Arial"/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>
              <a:defRPr sz="9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9" name="Espace réservé du texte 2"/>
          <p:cNvSpPr>
            <a:spLocks noGrp="1"/>
          </p:cNvSpPr>
          <p:nvPr>
            <p:ph type="body" idx="17"/>
          </p:nvPr>
        </p:nvSpPr>
        <p:spPr>
          <a:xfrm>
            <a:off x="5867399" y="3907143"/>
            <a:ext cx="3016800" cy="194400"/>
          </a:xfrm>
          <a:solidFill>
            <a:srgbClr val="78B755"/>
          </a:solidFill>
        </p:spPr>
        <p:txBody>
          <a:bodyPr anchor="ctr"/>
          <a:lstStyle>
            <a:lvl1pPr marL="0" indent="0">
              <a:buNone/>
              <a:defRPr sz="1000" b="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3" name="Espace réservé du contenu 3"/>
          <p:cNvSpPr>
            <a:spLocks noGrp="1"/>
          </p:cNvSpPr>
          <p:nvPr>
            <p:ph sz="half" idx="18"/>
          </p:nvPr>
        </p:nvSpPr>
        <p:spPr>
          <a:xfrm>
            <a:off x="5868144" y="2769434"/>
            <a:ext cx="3016800" cy="961920"/>
          </a:xfrm>
          <a:solidFill>
            <a:srgbClr val="FFFFFF"/>
          </a:solidFill>
          <a:ln w="12700" cap="flat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48000" anchor="ctr"/>
          <a:lstStyle>
            <a:lvl1pPr marL="0" indent="0">
              <a:buFontTx/>
              <a:buNone/>
              <a:defRPr sz="1100"/>
            </a:lvl1pPr>
            <a:lvl2pPr marL="457200" indent="0">
              <a:buFont typeface="Arial"/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>
              <a:defRPr sz="9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4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71600" y="44624"/>
            <a:ext cx="7918718" cy="550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596678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Comparaiso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4800" y="980728"/>
            <a:ext cx="4125600" cy="197592"/>
          </a:xfrm>
          <a:solidFill>
            <a:srgbClr val="00A2D8"/>
          </a:solidFill>
          <a:ln>
            <a:noFill/>
          </a:ln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3" name="Espace réservé du contenu 3"/>
          <p:cNvSpPr>
            <a:spLocks noGrp="1"/>
          </p:cNvSpPr>
          <p:nvPr>
            <p:ph sz="half" idx="17"/>
          </p:nvPr>
        </p:nvSpPr>
        <p:spPr>
          <a:xfrm>
            <a:off x="304800" y="5949280"/>
            <a:ext cx="8515671" cy="266250"/>
          </a:xfr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rgbClr val="C9E2BB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>
            <a:lvl1pPr marL="0" indent="0">
              <a:buFont typeface="Arial"/>
              <a:buNone/>
              <a:defRPr sz="1200"/>
            </a:lvl1pPr>
            <a:lvl2pPr marL="457200" indent="0">
              <a:buFont typeface="Arial"/>
              <a:buNone/>
              <a:defRPr sz="1100"/>
            </a:lvl2pPr>
            <a:lvl3pPr marL="914400" indent="0">
              <a:buFont typeface="Arial"/>
              <a:buNone/>
              <a:defRPr sz="1000"/>
            </a:lvl3pPr>
            <a:lvl4pPr marL="1371600" indent="0">
              <a:buNone/>
              <a:defRPr sz="900"/>
            </a:lvl4pPr>
            <a:lvl5pPr>
              <a:defRPr sz="9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2" name="Espace réservé du contenu 2"/>
          <p:cNvSpPr>
            <a:spLocks noGrp="1"/>
          </p:cNvSpPr>
          <p:nvPr>
            <p:ph sz="half" idx="26"/>
          </p:nvPr>
        </p:nvSpPr>
        <p:spPr>
          <a:xfrm>
            <a:off x="304800" y="1183802"/>
            <a:ext cx="4125600" cy="1021061"/>
          </a:xfrm>
          <a:solidFill>
            <a:srgbClr val="FFFFFF"/>
          </a:solidFill>
          <a:ln w="12700" cap="flat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45" name="Espace réservé du contenu 2"/>
          <p:cNvSpPr>
            <a:spLocks noGrp="1"/>
          </p:cNvSpPr>
          <p:nvPr>
            <p:ph sz="half" idx="29"/>
          </p:nvPr>
        </p:nvSpPr>
        <p:spPr>
          <a:xfrm>
            <a:off x="4636075" y="981936"/>
            <a:ext cx="4184397" cy="1221884"/>
          </a:xfrm>
          <a:solidFill>
            <a:srgbClr val="FFFFFF"/>
          </a:solidFill>
          <a:ln w="12700" cap="flat" cmpd="sng" algn="ctr">
            <a:solidFill>
              <a:srgbClr val="C4F0F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>
            <a:lvl1pPr marL="0" indent="0">
              <a:buFontTx/>
              <a:buNone/>
              <a:defRPr sz="1200"/>
            </a:lvl1pPr>
            <a:lvl2pPr marL="457200" indent="0">
              <a:buFontTx/>
              <a:buNone/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46" name="Espace réservé du contenu 2"/>
          <p:cNvSpPr>
            <a:spLocks noGrp="1"/>
          </p:cNvSpPr>
          <p:nvPr>
            <p:ph sz="half" idx="30"/>
          </p:nvPr>
        </p:nvSpPr>
        <p:spPr>
          <a:xfrm>
            <a:off x="4638354" y="2348880"/>
            <a:ext cx="4184397" cy="1133717"/>
          </a:xfrm>
          <a:solidFill>
            <a:srgbClr val="FFFFFF">
              <a:alpha val="50000"/>
            </a:srgbClr>
          </a:solidFill>
          <a:ln w="12700" cap="flat" cmpd="sng" algn="ctr">
            <a:solidFill>
              <a:srgbClr val="C4F0F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>
            <a:lvl1pPr marL="0" indent="0">
              <a:buFontTx/>
              <a:buNone/>
              <a:defRPr sz="1200"/>
            </a:lvl1pPr>
            <a:lvl2pPr marL="457200" indent="0">
              <a:buFontTx/>
              <a:buNone/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47" name="Espace réservé du contenu 2"/>
          <p:cNvSpPr>
            <a:spLocks noGrp="1"/>
          </p:cNvSpPr>
          <p:nvPr>
            <p:ph sz="half" idx="31"/>
          </p:nvPr>
        </p:nvSpPr>
        <p:spPr>
          <a:xfrm>
            <a:off x="4644008" y="3573016"/>
            <a:ext cx="4184397" cy="1152081"/>
          </a:xfrm>
          <a:solidFill>
            <a:srgbClr val="FFFFFF">
              <a:alpha val="50000"/>
            </a:srgbClr>
          </a:solidFill>
          <a:ln w="12700" cap="flat" cmpd="sng" algn="ctr">
            <a:solidFill>
              <a:srgbClr val="C4F0F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>
            <a:lvl1pPr marL="0" indent="0">
              <a:buFontTx/>
              <a:buNone/>
              <a:defRPr sz="1200"/>
            </a:lvl1pPr>
            <a:lvl2pPr marL="457200" indent="0">
              <a:buFontTx/>
              <a:buNone/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20" name="Espace réservé du contenu 2"/>
          <p:cNvSpPr>
            <a:spLocks noGrp="1"/>
          </p:cNvSpPr>
          <p:nvPr>
            <p:ph sz="half" idx="34"/>
          </p:nvPr>
        </p:nvSpPr>
        <p:spPr>
          <a:xfrm>
            <a:off x="4636075" y="4809202"/>
            <a:ext cx="4184397" cy="1008065"/>
          </a:xfrm>
          <a:solidFill>
            <a:srgbClr val="FFFFFF">
              <a:alpha val="50000"/>
            </a:srgbClr>
          </a:solidFill>
          <a:ln w="12700" cap="flat" cmpd="sng" algn="ctr">
            <a:solidFill>
              <a:srgbClr val="C4F0F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>
            <a:lvl1pPr marL="0" indent="0">
              <a:buFontTx/>
              <a:buNone/>
              <a:defRPr sz="1200"/>
            </a:lvl1pPr>
            <a:lvl2pPr marL="457200" indent="0">
              <a:buFontTx/>
              <a:buNone/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8" name="Espace réservé du texte 2"/>
          <p:cNvSpPr>
            <a:spLocks noGrp="1"/>
          </p:cNvSpPr>
          <p:nvPr>
            <p:ph type="body" idx="35"/>
          </p:nvPr>
        </p:nvSpPr>
        <p:spPr>
          <a:xfrm>
            <a:off x="304800" y="2348880"/>
            <a:ext cx="4125600" cy="197592"/>
          </a:xfrm>
          <a:solidFill>
            <a:srgbClr val="00A2D8"/>
          </a:solidFill>
          <a:ln>
            <a:noFill/>
          </a:ln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1" name="Espace réservé du contenu 2"/>
          <p:cNvSpPr>
            <a:spLocks noGrp="1"/>
          </p:cNvSpPr>
          <p:nvPr>
            <p:ph sz="half" idx="36"/>
          </p:nvPr>
        </p:nvSpPr>
        <p:spPr>
          <a:xfrm>
            <a:off x="304800" y="2551954"/>
            <a:ext cx="4125600" cy="937189"/>
          </a:xfrm>
          <a:solidFill>
            <a:srgbClr val="FFFFFF"/>
          </a:solidFill>
          <a:ln w="12700" cap="flat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25" name="Espace réservé du texte 2"/>
          <p:cNvSpPr>
            <a:spLocks noGrp="1"/>
          </p:cNvSpPr>
          <p:nvPr>
            <p:ph type="body" idx="37"/>
          </p:nvPr>
        </p:nvSpPr>
        <p:spPr>
          <a:xfrm>
            <a:off x="304800" y="3573016"/>
            <a:ext cx="4125600" cy="197592"/>
          </a:xfrm>
          <a:solidFill>
            <a:srgbClr val="00A2D8"/>
          </a:solidFill>
          <a:ln>
            <a:noFill/>
          </a:ln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6" name="Espace réservé du contenu 2"/>
          <p:cNvSpPr>
            <a:spLocks noGrp="1"/>
          </p:cNvSpPr>
          <p:nvPr>
            <p:ph sz="half" idx="38"/>
          </p:nvPr>
        </p:nvSpPr>
        <p:spPr>
          <a:xfrm>
            <a:off x="304800" y="3776090"/>
            <a:ext cx="4125600" cy="949053"/>
          </a:xfrm>
          <a:solidFill>
            <a:srgbClr val="FFFFFF"/>
          </a:solidFill>
          <a:ln w="12700" cap="flat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27" name="Espace réservé du texte 2"/>
          <p:cNvSpPr>
            <a:spLocks noGrp="1"/>
          </p:cNvSpPr>
          <p:nvPr>
            <p:ph type="body" idx="39"/>
          </p:nvPr>
        </p:nvSpPr>
        <p:spPr>
          <a:xfrm>
            <a:off x="304800" y="4797152"/>
            <a:ext cx="4125600" cy="197592"/>
          </a:xfrm>
          <a:solidFill>
            <a:srgbClr val="00A2D8"/>
          </a:solidFill>
          <a:ln>
            <a:noFill/>
          </a:ln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8" name="Espace réservé du contenu 2"/>
          <p:cNvSpPr>
            <a:spLocks noGrp="1"/>
          </p:cNvSpPr>
          <p:nvPr>
            <p:ph sz="half" idx="40"/>
          </p:nvPr>
        </p:nvSpPr>
        <p:spPr>
          <a:xfrm>
            <a:off x="304800" y="5000227"/>
            <a:ext cx="4125600" cy="816208"/>
          </a:xfrm>
          <a:solidFill>
            <a:srgbClr val="FFFFFF"/>
          </a:solidFill>
          <a:ln w="12700" cap="flat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71600" y="44623"/>
            <a:ext cx="7918718" cy="550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18092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Comparaison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/>
          <p:cNvSpPr>
            <a:spLocks noGrp="1"/>
          </p:cNvSpPr>
          <p:nvPr>
            <p:ph type="body" idx="1"/>
          </p:nvPr>
        </p:nvSpPr>
        <p:spPr>
          <a:xfrm>
            <a:off x="304800" y="980728"/>
            <a:ext cx="4125600" cy="197592"/>
          </a:xfrm>
          <a:solidFill>
            <a:srgbClr val="00A2D8"/>
          </a:solidFill>
          <a:ln>
            <a:noFill/>
          </a:ln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5" name="Espace réservé du contenu 2"/>
          <p:cNvSpPr>
            <a:spLocks noGrp="1"/>
          </p:cNvSpPr>
          <p:nvPr>
            <p:ph sz="half" idx="26"/>
          </p:nvPr>
        </p:nvSpPr>
        <p:spPr>
          <a:xfrm>
            <a:off x="304800" y="1183802"/>
            <a:ext cx="4125600" cy="1237085"/>
          </a:xfrm>
          <a:solidFill>
            <a:srgbClr val="FFFFFF"/>
          </a:solidFill>
          <a:ln w="12700" cap="flat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idx="36"/>
          </p:nvPr>
        </p:nvSpPr>
        <p:spPr>
          <a:xfrm>
            <a:off x="304800" y="2649237"/>
            <a:ext cx="4125600" cy="197592"/>
          </a:xfrm>
          <a:solidFill>
            <a:srgbClr val="00A2D8"/>
          </a:solidFill>
          <a:ln>
            <a:noFill/>
          </a:ln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7" name="Espace réservé du contenu 2"/>
          <p:cNvSpPr>
            <a:spLocks noGrp="1"/>
          </p:cNvSpPr>
          <p:nvPr>
            <p:ph sz="half" idx="37"/>
          </p:nvPr>
        </p:nvSpPr>
        <p:spPr>
          <a:xfrm>
            <a:off x="304800" y="2852312"/>
            <a:ext cx="4125600" cy="1224760"/>
          </a:xfrm>
          <a:solidFill>
            <a:srgbClr val="FFFFFF"/>
          </a:solidFill>
          <a:ln w="12700" cap="flat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8" name="Espace réservé du texte 2"/>
          <p:cNvSpPr>
            <a:spLocks noGrp="1"/>
          </p:cNvSpPr>
          <p:nvPr>
            <p:ph type="body" idx="38"/>
          </p:nvPr>
        </p:nvSpPr>
        <p:spPr>
          <a:xfrm>
            <a:off x="304800" y="4343400"/>
            <a:ext cx="4125600" cy="197592"/>
          </a:xfrm>
          <a:solidFill>
            <a:srgbClr val="00A2D8"/>
          </a:solidFill>
          <a:ln>
            <a:noFill/>
          </a:ln>
        </p:spPr>
        <p:txBody>
          <a:bodyPr anchor="ctr"/>
          <a:lstStyle>
            <a:lvl1pPr marL="0" indent="0">
              <a:buNone/>
              <a:defRPr sz="1000" b="0" cap="all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9" name="Espace réservé du contenu 2"/>
          <p:cNvSpPr>
            <a:spLocks noGrp="1"/>
          </p:cNvSpPr>
          <p:nvPr>
            <p:ph sz="half" idx="39"/>
          </p:nvPr>
        </p:nvSpPr>
        <p:spPr>
          <a:xfrm>
            <a:off x="304800" y="4546474"/>
            <a:ext cx="4125600" cy="1186781"/>
          </a:xfrm>
          <a:solidFill>
            <a:srgbClr val="FFFFFF"/>
          </a:solidFill>
          <a:ln w="12700" cap="flat" cmpd="sng" algn="ctr">
            <a:solidFill>
              <a:srgbClr val="E6E6E6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48000"/>
          <a:lstStyle>
            <a:lvl1pPr marL="0" indent="0">
              <a:buFontTx/>
              <a:buNone/>
              <a:defRPr sz="1200" baseline="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20" name="Espace réservé du contenu 2"/>
          <p:cNvSpPr>
            <a:spLocks noGrp="1"/>
          </p:cNvSpPr>
          <p:nvPr>
            <p:ph sz="half" idx="29"/>
          </p:nvPr>
        </p:nvSpPr>
        <p:spPr>
          <a:xfrm>
            <a:off x="4636075" y="993721"/>
            <a:ext cx="4184397" cy="1452923"/>
          </a:xfrm>
          <a:solidFill>
            <a:srgbClr val="FFFFFF"/>
          </a:solidFill>
          <a:ln w="12700" cap="flat" cmpd="sng" algn="ctr">
            <a:solidFill>
              <a:srgbClr val="C4F0F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>
            <a:lvl1pPr marL="0" indent="0">
              <a:buFontTx/>
              <a:buNone/>
              <a:defRPr sz="1200"/>
            </a:lvl1pPr>
            <a:lvl2pPr marL="457200" indent="0">
              <a:buFontTx/>
              <a:buNone/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21" name="Espace réservé du contenu 2"/>
          <p:cNvSpPr>
            <a:spLocks noGrp="1"/>
          </p:cNvSpPr>
          <p:nvPr>
            <p:ph sz="half" idx="40"/>
          </p:nvPr>
        </p:nvSpPr>
        <p:spPr>
          <a:xfrm>
            <a:off x="4636075" y="2636912"/>
            <a:ext cx="4184397" cy="1438448"/>
          </a:xfrm>
          <a:solidFill>
            <a:srgbClr val="FFFFFF"/>
          </a:solidFill>
          <a:ln w="12700" cap="flat" cmpd="sng" algn="ctr">
            <a:solidFill>
              <a:srgbClr val="C4F0F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>
            <a:lvl1pPr marL="0" indent="0">
              <a:buFontTx/>
              <a:buNone/>
              <a:defRPr sz="1200"/>
            </a:lvl1pPr>
            <a:lvl2pPr marL="457200" indent="0">
              <a:buFontTx/>
              <a:buNone/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27" name="Espace réservé du contenu 2"/>
          <p:cNvSpPr>
            <a:spLocks noGrp="1"/>
          </p:cNvSpPr>
          <p:nvPr>
            <p:ph sz="half" idx="41"/>
          </p:nvPr>
        </p:nvSpPr>
        <p:spPr>
          <a:xfrm>
            <a:off x="4636075" y="4343400"/>
            <a:ext cx="4184397" cy="1393842"/>
          </a:xfrm>
          <a:solidFill>
            <a:srgbClr val="FFFFFF"/>
          </a:solidFill>
          <a:ln w="12700" cap="flat" cmpd="sng" algn="ctr">
            <a:solidFill>
              <a:srgbClr val="C4F0F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anchor="ctr"/>
          <a:lstStyle>
            <a:lvl1pPr marL="0" indent="0">
              <a:buFontTx/>
              <a:buNone/>
              <a:defRPr sz="1200"/>
            </a:lvl1pPr>
            <a:lvl2pPr marL="457200" indent="0">
              <a:buFontTx/>
              <a:buNone/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28" name="Espace réservé du contenu 3"/>
          <p:cNvSpPr>
            <a:spLocks noGrp="1"/>
          </p:cNvSpPr>
          <p:nvPr>
            <p:ph sz="half" idx="17"/>
          </p:nvPr>
        </p:nvSpPr>
        <p:spPr>
          <a:xfrm>
            <a:off x="304800" y="5858918"/>
            <a:ext cx="8514361" cy="306386"/>
          </a:xfrm>
          <a:solidFill>
            <a:srgbClr val="C9E2BB"/>
          </a:solidFill>
          <a:ln w="12700" cap="flat" cmpd="sng" algn="ctr">
            <a:solidFill>
              <a:schemeClr val="accent3">
                <a:lumMod val="40000"/>
                <a:lumOff val="6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>
            <a:lvl1pPr marL="0" indent="0">
              <a:buFont typeface="Arial"/>
              <a:buNone/>
              <a:defRPr sz="1200"/>
            </a:lvl1pPr>
            <a:lvl2pPr marL="457200" indent="0">
              <a:buFont typeface="Arial"/>
              <a:buNone/>
              <a:defRPr sz="1100"/>
            </a:lvl2pPr>
            <a:lvl3pPr marL="914400" indent="0">
              <a:buFont typeface="Arial"/>
              <a:buNone/>
              <a:defRPr sz="1000"/>
            </a:lvl3pPr>
            <a:lvl4pPr marL="1371600" indent="0">
              <a:buNone/>
              <a:defRPr sz="900"/>
            </a:lvl4pPr>
            <a:lvl5pPr>
              <a:defRPr sz="9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71600" y="44623"/>
            <a:ext cx="7918718" cy="550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3217615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6"/>
          <p:cNvSpPr>
            <a:spLocks noChangeArrowheads="1"/>
          </p:cNvSpPr>
          <p:nvPr/>
        </p:nvSpPr>
        <p:spPr bwMode="auto">
          <a:xfrm>
            <a:off x="1323975" y="1268413"/>
            <a:ext cx="3248025" cy="4735512"/>
          </a:xfrm>
          <a:prstGeom prst="rect">
            <a:avLst/>
          </a:prstGeom>
          <a:solidFill>
            <a:srgbClr val="E6E6E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fr-FR" sz="800">
              <a:latin typeface="Arial" charset="0"/>
              <a:cs typeface="Arial" charset="0"/>
            </a:endParaRPr>
          </a:p>
        </p:txBody>
      </p:sp>
      <p:sp>
        <p:nvSpPr>
          <p:cNvPr id="50" name="Rectangle 7"/>
          <p:cNvSpPr>
            <a:spLocks noChangeArrowheads="1"/>
          </p:cNvSpPr>
          <p:nvPr/>
        </p:nvSpPr>
        <p:spPr bwMode="auto">
          <a:xfrm>
            <a:off x="4932363" y="1268413"/>
            <a:ext cx="4032250" cy="957262"/>
          </a:xfrm>
          <a:prstGeom prst="rect">
            <a:avLst/>
          </a:prstGeom>
          <a:solidFill>
            <a:srgbClr val="E6E6E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fr-FR" sz="800">
              <a:latin typeface="Arial" charset="0"/>
              <a:cs typeface="Arial" charset="0"/>
            </a:endParaRPr>
          </a:p>
        </p:txBody>
      </p:sp>
      <p:sp>
        <p:nvSpPr>
          <p:cNvPr id="51" name="Rectangle 8"/>
          <p:cNvSpPr>
            <a:spLocks noChangeArrowheads="1"/>
          </p:cNvSpPr>
          <p:nvPr/>
        </p:nvSpPr>
        <p:spPr bwMode="auto">
          <a:xfrm>
            <a:off x="4932363" y="2470150"/>
            <a:ext cx="4032250" cy="3548063"/>
          </a:xfrm>
          <a:prstGeom prst="rect">
            <a:avLst/>
          </a:prstGeom>
          <a:solidFill>
            <a:srgbClr val="E6E6E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fr-FR" sz="800">
              <a:latin typeface="Arial" charset="0"/>
              <a:cs typeface="Arial" charset="0"/>
            </a:endParaRPr>
          </a:p>
        </p:txBody>
      </p:sp>
      <p:sp>
        <p:nvSpPr>
          <p:cNvPr id="5" name="Espace réservé du texte 2"/>
          <p:cNvSpPr>
            <a:spLocks noGrp="1"/>
          </p:cNvSpPr>
          <p:nvPr>
            <p:ph type="body" idx="11"/>
          </p:nvPr>
        </p:nvSpPr>
        <p:spPr>
          <a:xfrm>
            <a:off x="1331640" y="1052736"/>
            <a:ext cx="3240360" cy="230538"/>
          </a:xfr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>
              <a:buNone/>
              <a:defRPr sz="1000" b="0" i="0" cap="all" baseline="0">
                <a:solidFill>
                  <a:schemeClr val="bg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32"/>
          </p:nvPr>
        </p:nvSpPr>
        <p:spPr>
          <a:xfrm>
            <a:off x="1403648" y="1354460"/>
            <a:ext cx="3077696" cy="274340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chemeClr val="accent6"/>
                </a:solidFill>
                <a:latin typeface="Arial"/>
                <a:cs typeface="Arial"/>
              </a:defRPr>
            </a:lvl1pPr>
            <a:lvl2pPr>
              <a:defRPr sz="1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8" name="Espace réservé du contenu 2"/>
          <p:cNvSpPr>
            <a:spLocks noGrp="1"/>
          </p:cNvSpPr>
          <p:nvPr>
            <p:ph sz="half" idx="33"/>
          </p:nvPr>
        </p:nvSpPr>
        <p:spPr>
          <a:xfrm>
            <a:off x="1403648" y="1752646"/>
            <a:ext cx="3077696" cy="183714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4" name="Espace réservé du contenu 2"/>
          <p:cNvSpPr>
            <a:spLocks noGrp="1"/>
          </p:cNvSpPr>
          <p:nvPr>
            <p:ph sz="half" idx="40"/>
          </p:nvPr>
        </p:nvSpPr>
        <p:spPr>
          <a:xfrm>
            <a:off x="1403648" y="1936360"/>
            <a:ext cx="3077696" cy="216024"/>
          </a:xfrm>
          <a:solidFill>
            <a:schemeClr val="bg2"/>
          </a:solidFill>
          <a:ln w="38100" cmpd="sng">
            <a:noFill/>
          </a:ln>
        </p:spPr>
        <p:txBody>
          <a:bodyPr/>
          <a:lstStyle>
            <a:lvl1pPr marL="0" indent="0"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5" name="Espace réservé du contenu 2"/>
          <p:cNvSpPr>
            <a:spLocks noGrp="1"/>
          </p:cNvSpPr>
          <p:nvPr>
            <p:ph sz="half" idx="41"/>
          </p:nvPr>
        </p:nvSpPr>
        <p:spPr>
          <a:xfrm>
            <a:off x="1403648" y="2302059"/>
            <a:ext cx="3077696" cy="183714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6" name="Espace réservé du contenu 2"/>
          <p:cNvSpPr>
            <a:spLocks noGrp="1"/>
          </p:cNvSpPr>
          <p:nvPr>
            <p:ph sz="half" idx="42"/>
          </p:nvPr>
        </p:nvSpPr>
        <p:spPr>
          <a:xfrm>
            <a:off x="1403648" y="2485773"/>
            <a:ext cx="3077696" cy="319611"/>
          </a:xfrm>
          <a:solidFill>
            <a:schemeClr val="bg2"/>
          </a:solidFill>
          <a:ln w="38100" cmpd="sng">
            <a:noFill/>
          </a:ln>
        </p:spPr>
        <p:txBody>
          <a:bodyPr/>
          <a:lstStyle>
            <a:lvl1pPr marL="0" indent="0"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7" name="Espace réservé du contenu 2"/>
          <p:cNvSpPr>
            <a:spLocks noGrp="1"/>
          </p:cNvSpPr>
          <p:nvPr>
            <p:ph sz="half" idx="43"/>
          </p:nvPr>
        </p:nvSpPr>
        <p:spPr>
          <a:xfrm>
            <a:off x="1403648" y="2924944"/>
            <a:ext cx="3077696" cy="183714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9" name="Espace réservé du contenu 2"/>
          <p:cNvSpPr>
            <a:spLocks noGrp="1"/>
          </p:cNvSpPr>
          <p:nvPr>
            <p:ph sz="half" idx="45"/>
          </p:nvPr>
        </p:nvSpPr>
        <p:spPr>
          <a:xfrm>
            <a:off x="1403648" y="3565806"/>
            <a:ext cx="3077696" cy="216024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31" name="Espace réservé du contenu 2"/>
          <p:cNvSpPr>
            <a:spLocks noGrp="1"/>
          </p:cNvSpPr>
          <p:nvPr>
            <p:ph sz="half" idx="47"/>
          </p:nvPr>
        </p:nvSpPr>
        <p:spPr>
          <a:xfrm>
            <a:off x="1403648" y="4221088"/>
            <a:ext cx="3077696" cy="367594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chemeClr val="accent6"/>
                </a:solidFill>
                <a:latin typeface="Arial"/>
                <a:cs typeface="Arial"/>
              </a:defRPr>
            </a:lvl1pPr>
            <a:lvl2pPr>
              <a:defRPr sz="1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34" name="Espace réservé du contenu 2"/>
          <p:cNvSpPr>
            <a:spLocks noGrp="1"/>
          </p:cNvSpPr>
          <p:nvPr>
            <p:ph sz="half" idx="50"/>
          </p:nvPr>
        </p:nvSpPr>
        <p:spPr>
          <a:xfrm>
            <a:off x="1403648" y="5228469"/>
            <a:ext cx="3077696" cy="183714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36" name="Espace réservé du texte 2"/>
          <p:cNvSpPr>
            <a:spLocks noGrp="1"/>
          </p:cNvSpPr>
          <p:nvPr>
            <p:ph type="body" idx="51"/>
          </p:nvPr>
        </p:nvSpPr>
        <p:spPr>
          <a:xfrm>
            <a:off x="4940621" y="1052736"/>
            <a:ext cx="4023867" cy="230538"/>
          </a:xfrm>
          <a:solidFill>
            <a:srgbClr val="00A2D8"/>
          </a:solidFill>
          <a:ln>
            <a:noFill/>
          </a:ln>
        </p:spPr>
        <p:txBody>
          <a:bodyPr anchor="ctr"/>
          <a:lstStyle>
            <a:lvl1pPr marL="0" indent="0">
              <a:buNone/>
              <a:defRPr sz="1000" b="0" i="0" cap="all" baseline="0">
                <a:solidFill>
                  <a:schemeClr val="bg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8" name="Espace réservé du texte 2"/>
          <p:cNvSpPr>
            <a:spLocks noGrp="1"/>
          </p:cNvSpPr>
          <p:nvPr>
            <p:ph type="body" idx="62"/>
          </p:nvPr>
        </p:nvSpPr>
        <p:spPr>
          <a:xfrm>
            <a:off x="4940621" y="2276872"/>
            <a:ext cx="4023867" cy="230538"/>
          </a:xfrm>
          <a:solidFill>
            <a:srgbClr val="00A2D8"/>
          </a:solidFill>
          <a:ln>
            <a:noFill/>
          </a:ln>
        </p:spPr>
        <p:txBody>
          <a:bodyPr anchor="ctr"/>
          <a:lstStyle>
            <a:lvl1pPr marL="0" indent="0">
              <a:buNone/>
              <a:defRPr sz="1000" b="0" i="0" cap="all" baseline="0">
                <a:solidFill>
                  <a:schemeClr val="bg2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1" name="Espace réservé du contenu 2"/>
          <p:cNvSpPr>
            <a:spLocks noGrp="1"/>
          </p:cNvSpPr>
          <p:nvPr>
            <p:ph sz="half" idx="77"/>
          </p:nvPr>
        </p:nvSpPr>
        <p:spPr>
          <a:xfrm>
            <a:off x="1403648" y="3120798"/>
            <a:ext cx="3077696" cy="308202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4" name="Espace réservé du contenu 2"/>
          <p:cNvSpPr>
            <a:spLocks noGrp="1"/>
          </p:cNvSpPr>
          <p:nvPr>
            <p:ph sz="half" idx="79"/>
          </p:nvPr>
        </p:nvSpPr>
        <p:spPr>
          <a:xfrm>
            <a:off x="1403648" y="4901557"/>
            <a:ext cx="3077696" cy="181387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3" name="Espace réservé du contenu 2"/>
          <p:cNvSpPr>
            <a:spLocks noGrp="1"/>
          </p:cNvSpPr>
          <p:nvPr>
            <p:ph sz="half" idx="78"/>
          </p:nvPr>
        </p:nvSpPr>
        <p:spPr>
          <a:xfrm>
            <a:off x="1403648" y="3777888"/>
            <a:ext cx="3077696" cy="308202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32" name="Espace réservé du contenu 2"/>
          <p:cNvSpPr>
            <a:spLocks noGrp="1"/>
          </p:cNvSpPr>
          <p:nvPr>
            <p:ph sz="half" idx="48"/>
          </p:nvPr>
        </p:nvSpPr>
        <p:spPr>
          <a:xfrm>
            <a:off x="1403648" y="4750243"/>
            <a:ext cx="3077696" cy="183714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5" name="Espace réservé du contenu 2"/>
          <p:cNvSpPr>
            <a:spLocks noGrp="1"/>
          </p:cNvSpPr>
          <p:nvPr>
            <p:ph sz="half" idx="80"/>
          </p:nvPr>
        </p:nvSpPr>
        <p:spPr>
          <a:xfrm>
            <a:off x="1403648" y="5426373"/>
            <a:ext cx="3077696" cy="306152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6" name="Espace réservé du contenu 2"/>
          <p:cNvSpPr>
            <a:spLocks noGrp="1"/>
          </p:cNvSpPr>
          <p:nvPr>
            <p:ph sz="half" idx="81"/>
          </p:nvPr>
        </p:nvSpPr>
        <p:spPr>
          <a:xfrm>
            <a:off x="5004048" y="1340768"/>
            <a:ext cx="1944216" cy="172117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7" name="Espace réservé du contenu 2"/>
          <p:cNvSpPr>
            <a:spLocks noGrp="1"/>
          </p:cNvSpPr>
          <p:nvPr>
            <p:ph sz="half" idx="82"/>
          </p:nvPr>
        </p:nvSpPr>
        <p:spPr>
          <a:xfrm>
            <a:off x="5004048" y="1526582"/>
            <a:ext cx="1944216" cy="299435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8" name="Espace réservé du contenu 2"/>
          <p:cNvSpPr>
            <a:spLocks noGrp="1"/>
          </p:cNvSpPr>
          <p:nvPr>
            <p:ph sz="half" idx="83"/>
          </p:nvPr>
        </p:nvSpPr>
        <p:spPr>
          <a:xfrm>
            <a:off x="4997568" y="1870743"/>
            <a:ext cx="1950695" cy="172117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9" name="Espace réservé du contenu 2"/>
          <p:cNvSpPr>
            <a:spLocks noGrp="1"/>
          </p:cNvSpPr>
          <p:nvPr>
            <p:ph sz="half" idx="84"/>
          </p:nvPr>
        </p:nvSpPr>
        <p:spPr>
          <a:xfrm>
            <a:off x="4997568" y="2025964"/>
            <a:ext cx="1950695" cy="149037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80" name="Espace réservé du contenu 2"/>
          <p:cNvSpPr>
            <a:spLocks noGrp="1"/>
          </p:cNvSpPr>
          <p:nvPr>
            <p:ph sz="half" idx="85"/>
          </p:nvPr>
        </p:nvSpPr>
        <p:spPr>
          <a:xfrm>
            <a:off x="7022504" y="1340768"/>
            <a:ext cx="1867442" cy="172117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81" name="Espace réservé du contenu 2"/>
          <p:cNvSpPr>
            <a:spLocks noGrp="1"/>
          </p:cNvSpPr>
          <p:nvPr>
            <p:ph sz="half" idx="86"/>
          </p:nvPr>
        </p:nvSpPr>
        <p:spPr>
          <a:xfrm>
            <a:off x="7022504" y="1495989"/>
            <a:ext cx="1867442" cy="149035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82" name="Espace réservé du contenu 2"/>
          <p:cNvSpPr>
            <a:spLocks noGrp="1"/>
          </p:cNvSpPr>
          <p:nvPr>
            <p:ph sz="half" idx="87"/>
          </p:nvPr>
        </p:nvSpPr>
        <p:spPr>
          <a:xfrm>
            <a:off x="7020272" y="1687849"/>
            <a:ext cx="1867442" cy="172117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83" name="Espace réservé du contenu 2"/>
          <p:cNvSpPr>
            <a:spLocks noGrp="1"/>
          </p:cNvSpPr>
          <p:nvPr>
            <p:ph sz="half" idx="88"/>
          </p:nvPr>
        </p:nvSpPr>
        <p:spPr>
          <a:xfrm>
            <a:off x="7020272" y="1873663"/>
            <a:ext cx="1867442" cy="299435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85" name="Espace réservé du contenu 2"/>
          <p:cNvSpPr>
            <a:spLocks noGrp="1"/>
          </p:cNvSpPr>
          <p:nvPr>
            <p:ph sz="half" idx="90"/>
          </p:nvPr>
        </p:nvSpPr>
        <p:spPr>
          <a:xfrm>
            <a:off x="5004048" y="2711840"/>
            <a:ext cx="1944216" cy="561795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lnSpc>
                <a:spcPct val="90000"/>
              </a:lnSpc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87" name="Espace réservé du contenu 2"/>
          <p:cNvSpPr>
            <a:spLocks noGrp="1"/>
          </p:cNvSpPr>
          <p:nvPr>
            <p:ph sz="half" idx="92"/>
          </p:nvPr>
        </p:nvSpPr>
        <p:spPr>
          <a:xfrm>
            <a:off x="5004048" y="3685365"/>
            <a:ext cx="1944216" cy="560735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lnSpc>
                <a:spcPct val="90000"/>
              </a:lnSpc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86" name="Espace réservé du contenu 2"/>
          <p:cNvSpPr>
            <a:spLocks noGrp="1"/>
          </p:cNvSpPr>
          <p:nvPr>
            <p:ph sz="half" idx="91"/>
          </p:nvPr>
        </p:nvSpPr>
        <p:spPr>
          <a:xfrm>
            <a:off x="5004048" y="3330195"/>
            <a:ext cx="1944216" cy="386838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lnSpc>
                <a:spcPct val="90000"/>
              </a:lnSpc>
              <a:buFont typeface="Arial"/>
              <a:buNone/>
              <a:defRPr sz="800" b="1" i="0" baseline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89" name="Espace réservé du contenu 2"/>
          <p:cNvSpPr>
            <a:spLocks noGrp="1"/>
          </p:cNvSpPr>
          <p:nvPr>
            <p:ph sz="half" idx="94"/>
          </p:nvPr>
        </p:nvSpPr>
        <p:spPr>
          <a:xfrm>
            <a:off x="5010528" y="4420592"/>
            <a:ext cx="1937736" cy="299435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lnSpc>
                <a:spcPct val="90000"/>
              </a:lnSpc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84" name="Espace réservé du contenu 2"/>
          <p:cNvSpPr>
            <a:spLocks noGrp="1"/>
          </p:cNvSpPr>
          <p:nvPr>
            <p:ph sz="half" idx="89"/>
          </p:nvPr>
        </p:nvSpPr>
        <p:spPr>
          <a:xfrm>
            <a:off x="5004048" y="2564904"/>
            <a:ext cx="1944216" cy="172117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88" name="Espace réservé du contenu 2"/>
          <p:cNvSpPr>
            <a:spLocks noGrp="1"/>
          </p:cNvSpPr>
          <p:nvPr>
            <p:ph sz="half" idx="93"/>
          </p:nvPr>
        </p:nvSpPr>
        <p:spPr>
          <a:xfrm>
            <a:off x="5004048" y="4293097"/>
            <a:ext cx="1944216" cy="144016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90" name="Espace réservé du contenu 2"/>
          <p:cNvSpPr>
            <a:spLocks noGrp="1"/>
          </p:cNvSpPr>
          <p:nvPr>
            <p:ph sz="half" idx="95"/>
          </p:nvPr>
        </p:nvSpPr>
        <p:spPr>
          <a:xfrm>
            <a:off x="5004048" y="4769051"/>
            <a:ext cx="1944216" cy="244125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lnSpc>
                <a:spcPct val="80000"/>
              </a:lnSpc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91" name="Espace réservé du contenu 2"/>
          <p:cNvSpPr>
            <a:spLocks noGrp="1"/>
          </p:cNvSpPr>
          <p:nvPr>
            <p:ph sz="half" idx="96"/>
          </p:nvPr>
        </p:nvSpPr>
        <p:spPr>
          <a:xfrm>
            <a:off x="5004048" y="5058386"/>
            <a:ext cx="1944216" cy="386838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lnSpc>
                <a:spcPct val="90000"/>
              </a:lnSpc>
              <a:buFont typeface="Arial"/>
              <a:buNone/>
              <a:defRPr sz="800" b="1" i="0" baseline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94" name="Espace réservé du contenu 2"/>
          <p:cNvSpPr>
            <a:spLocks noGrp="1"/>
          </p:cNvSpPr>
          <p:nvPr>
            <p:ph sz="half" idx="97"/>
          </p:nvPr>
        </p:nvSpPr>
        <p:spPr>
          <a:xfrm>
            <a:off x="5004048" y="5445225"/>
            <a:ext cx="1948308" cy="138123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lnSpc>
                <a:spcPct val="90000"/>
              </a:lnSpc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95" name="Espace réservé du contenu 2"/>
          <p:cNvSpPr>
            <a:spLocks noGrp="1"/>
          </p:cNvSpPr>
          <p:nvPr>
            <p:ph sz="half" idx="98"/>
          </p:nvPr>
        </p:nvSpPr>
        <p:spPr>
          <a:xfrm>
            <a:off x="5004048" y="5645024"/>
            <a:ext cx="1941828" cy="172117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96" name="Espace réservé du contenu 2"/>
          <p:cNvSpPr>
            <a:spLocks noGrp="1"/>
          </p:cNvSpPr>
          <p:nvPr>
            <p:ph sz="half" idx="99"/>
          </p:nvPr>
        </p:nvSpPr>
        <p:spPr>
          <a:xfrm>
            <a:off x="5004048" y="5800245"/>
            <a:ext cx="1941828" cy="152447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97" name="Espace réservé du contenu 2"/>
          <p:cNvSpPr>
            <a:spLocks noGrp="1"/>
          </p:cNvSpPr>
          <p:nvPr>
            <p:ph sz="half" idx="100"/>
          </p:nvPr>
        </p:nvSpPr>
        <p:spPr>
          <a:xfrm>
            <a:off x="7020272" y="2711840"/>
            <a:ext cx="1872208" cy="441603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lnSpc>
                <a:spcPct val="90000"/>
              </a:lnSpc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98" name="Espace réservé du contenu 2"/>
          <p:cNvSpPr>
            <a:spLocks noGrp="1"/>
          </p:cNvSpPr>
          <p:nvPr>
            <p:ph sz="half" idx="101"/>
          </p:nvPr>
        </p:nvSpPr>
        <p:spPr>
          <a:xfrm>
            <a:off x="7020272" y="2564904"/>
            <a:ext cx="1872208" cy="172117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99" name="Espace réservé du contenu 2"/>
          <p:cNvSpPr>
            <a:spLocks noGrp="1"/>
          </p:cNvSpPr>
          <p:nvPr>
            <p:ph sz="half" idx="102"/>
          </p:nvPr>
        </p:nvSpPr>
        <p:spPr>
          <a:xfrm>
            <a:off x="7039710" y="3379352"/>
            <a:ext cx="1852770" cy="441603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lnSpc>
                <a:spcPct val="90000"/>
              </a:lnSpc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00" name="Espace réservé du contenu 2"/>
          <p:cNvSpPr>
            <a:spLocks noGrp="1"/>
          </p:cNvSpPr>
          <p:nvPr>
            <p:ph sz="half" idx="103"/>
          </p:nvPr>
        </p:nvSpPr>
        <p:spPr>
          <a:xfrm>
            <a:off x="7039710" y="3232416"/>
            <a:ext cx="1852770" cy="172117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01" name="Espace réservé du contenu 2"/>
          <p:cNvSpPr>
            <a:spLocks noGrp="1"/>
          </p:cNvSpPr>
          <p:nvPr>
            <p:ph sz="half" idx="104"/>
          </p:nvPr>
        </p:nvSpPr>
        <p:spPr>
          <a:xfrm>
            <a:off x="7039711" y="4073997"/>
            <a:ext cx="1872208" cy="441603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lnSpc>
                <a:spcPct val="90000"/>
              </a:lnSpc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sp>
        <p:nvSpPr>
          <p:cNvPr id="102" name="Espace réservé du contenu 2"/>
          <p:cNvSpPr>
            <a:spLocks noGrp="1"/>
          </p:cNvSpPr>
          <p:nvPr>
            <p:ph sz="half" idx="105"/>
          </p:nvPr>
        </p:nvSpPr>
        <p:spPr>
          <a:xfrm>
            <a:off x="7039711" y="3927061"/>
            <a:ext cx="1872208" cy="172117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03" name="Espace réservé du contenu 2"/>
          <p:cNvSpPr>
            <a:spLocks noGrp="1"/>
          </p:cNvSpPr>
          <p:nvPr>
            <p:ph sz="half" idx="106"/>
          </p:nvPr>
        </p:nvSpPr>
        <p:spPr>
          <a:xfrm>
            <a:off x="7033231" y="4755199"/>
            <a:ext cx="1872208" cy="585619"/>
          </a:xfrm>
          <a:solidFill>
            <a:schemeClr val="bg2"/>
          </a:solidFill>
          <a:ln w="38100" cmpd="sng">
            <a:noFill/>
          </a:ln>
        </p:spPr>
        <p:txBody>
          <a:bodyPr/>
          <a:lstStyle>
            <a:lvl1pPr marL="0" indent="0">
              <a:lnSpc>
                <a:spcPct val="90000"/>
              </a:lnSpc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sp>
        <p:nvSpPr>
          <p:cNvPr id="104" name="Espace réservé du contenu 2"/>
          <p:cNvSpPr>
            <a:spLocks noGrp="1"/>
          </p:cNvSpPr>
          <p:nvPr>
            <p:ph sz="half" idx="107"/>
          </p:nvPr>
        </p:nvSpPr>
        <p:spPr>
          <a:xfrm>
            <a:off x="7033231" y="4608263"/>
            <a:ext cx="1872208" cy="172117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05" name="Espace réservé du contenu 2"/>
          <p:cNvSpPr>
            <a:spLocks noGrp="1"/>
          </p:cNvSpPr>
          <p:nvPr>
            <p:ph sz="half" idx="108"/>
          </p:nvPr>
        </p:nvSpPr>
        <p:spPr>
          <a:xfrm>
            <a:off x="7020272" y="5712942"/>
            <a:ext cx="1872208" cy="241356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lnSpc>
                <a:spcPct val="90000"/>
              </a:lnSpc>
              <a:buFont typeface="Arial"/>
              <a:buNone/>
              <a:defRPr sz="800" b="0" i="0"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06" name="Espace réservé du contenu 2"/>
          <p:cNvSpPr>
            <a:spLocks noGrp="1"/>
          </p:cNvSpPr>
          <p:nvPr>
            <p:ph sz="half" idx="109"/>
          </p:nvPr>
        </p:nvSpPr>
        <p:spPr>
          <a:xfrm>
            <a:off x="7020272" y="5437767"/>
            <a:ext cx="1872208" cy="281655"/>
          </a:xfrm>
          <a:solidFill>
            <a:schemeClr val="bg2"/>
          </a:solidFill>
          <a:ln w="38100" cmpd="sng">
            <a:noFill/>
          </a:ln>
        </p:spPr>
        <p:txBody>
          <a:bodyPr anchor="ctr"/>
          <a:lstStyle>
            <a:lvl1pPr marL="0" indent="0">
              <a:buFont typeface="Arial"/>
              <a:buNone/>
              <a:defRPr sz="800" b="1" i="0">
                <a:solidFill>
                  <a:srgbClr val="002458"/>
                </a:solidFill>
                <a:latin typeface="Arial"/>
                <a:cs typeface="Arial"/>
              </a:defRPr>
            </a:lvl1pPr>
            <a:lvl2pPr marL="457200" indent="0">
              <a:buFont typeface="Arial"/>
              <a:buNone/>
              <a:defRPr sz="900" b="1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71600" y="44623"/>
            <a:ext cx="7918718" cy="550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5726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Diapositiv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58424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Image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0" y="730379"/>
            <a:ext cx="9144000" cy="557894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 smtClean="0"/>
              <a:t>Faire glisser l'image vers l'espace réservé ou cliquer sur l'icône pour l'ajouter</a:t>
            </a:r>
            <a:endParaRPr lang="fr-FR" noProof="0" dirty="0" smtClean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71600" y="44623"/>
            <a:ext cx="7918718" cy="550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5403537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 sz="10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418306" y="44623"/>
            <a:ext cx="6472012" cy="550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et modifiez le titre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05135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2.png"/><Relationship Id="rId23" Type="http://schemas.openxmlformats.org/officeDocument/2006/relationships/image" Target="../media/image3.png"/><Relationship Id="rId24" Type="http://schemas.openxmlformats.org/officeDocument/2006/relationships/image" Target="../media/image1.png"/><Relationship Id="rId25" Type="http://schemas.openxmlformats.org/officeDocument/2006/relationships/image" Target="../media/image4.png"/><Relationship Id="rId26" Type="http://schemas.openxmlformats.org/officeDocument/2006/relationships/image" Target="../media/image5.png"/><Relationship Id="rId27" Type="http://schemas.openxmlformats.org/officeDocument/2006/relationships/image" Target="../media/image6.png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 2" descr="Bandeau_bas.pn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72238"/>
            <a:ext cx="91440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219200"/>
            <a:ext cx="8207375" cy="480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417763" y="44450"/>
            <a:ext cx="6472237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et modifiez le titre</a:t>
            </a:r>
          </a:p>
        </p:txBody>
      </p:sp>
      <p:sp>
        <p:nvSpPr>
          <p:cNvPr id="1029" name="Rectangle 20"/>
          <p:cNvSpPr>
            <a:spLocks noChangeArrowheads="1"/>
          </p:cNvSpPr>
          <p:nvPr/>
        </p:nvSpPr>
        <p:spPr bwMode="auto">
          <a:xfrm>
            <a:off x="7162800" y="6511925"/>
            <a:ext cx="19050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eaLnBrk="0" hangingPunct="0"/>
            <a:fld id="{C9517752-E377-1344-B494-0DE221E35CF8}" type="slidenum">
              <a:rPr lang="fr-FR" sz="1000">
                <a:solidFill>
                  <a:schemeClr val="bg1"/>
                </a:solidFill>
                <a:latin typeface="Arial" charset="0"/>
              </a:rPr>
              <a:pPr algn="r" eaLnBrk="0" hangingPunct="0"/>
              <a:t>‹#›</a:t>
            </a:fld>
            <a:endParaRPr lang="fr-FR" sz="1000">
              <a:solidFill>
                <a:schemeClr val="bg1"/>
              </a:solidFill>
            </a:endParaRPr>
          </a:p>
        </p:txBody>
      </p:sp>
      <p:pic>
        <p:nvPicPr>
          <p:cNvPr id="1030" name="Image 1" descr="Bandeau_haut.png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38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9" r:id="rId17"/>
    <p:sldLayoutId id="2147483731" r:id="rId18"/>
    <p:sldLayoutId id="2147483732" r:id="rId19"/>
    <p:sldLayoutId id="2147483741" r:id="rId20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+mj-lt"/>
          <a:ea typeface="ＭＳ Ｐゴシック" pitchFamily="-104" charset="-128"/>
          <a:cs typeface="ＭＳ Ｐゴシック" pitchFamily="-104" charset="-128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Arial" pitchFamily="-104" charset="0"/>
          <a:ea typeface="ＭＳ Ｐゴシック" pitchFamily="-104" charset="-128"/>
          <a:cs typeface="ＭＳ Ｐゴシック" pitchFamily="-104" charset="-128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Arial" pitchFamily="-104" charset="0"/>
          <a:ea typeface="ＭＳ Ｐゴシック" pitchFamily="-104" charset="-128"/>
          <a:cs typeface="ＭＳ Ｐゴシック" pitchFamily="-104" charset="-128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Arial" pitchFamily="-104" charset="0"/>
          <a:ea typeface="ＭＳ Ｐゴシック" pitchFamily="-104" charset="-128"/>
          <a:cs typeface="ＭＳ Ｐゴシック" pitchFamily="-104" charset="-128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Arial" pitchFamily="-104" charset="0"/>
          <a:ea typeface="ＭＳ Ｐゴシック" pitchFamily="-104" charset="-128"/>
          <a:cs typeface="ＭＳ Ｐゴシック" pitchFamily="-10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2D60"/>
          </a:solidFill>
          <a:latin typeface="Arial" pitchFamily="-10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2D60"/>
          </a:solidFill>
          <a:latin typeface="Arial" pitchFamily="-10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2D60"/>
          </a:solidFill>
          <a:latin typeface="Arial" pitchFamily="-10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2D60"/>
          </a:solidFill>
          <a:latin typeface="Arial" pitchFamily="-10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2D60"/>
        </a:buClr>
        <a:buSzPct val="100000"/>
        <a:buBlip>
          <a:blip r:embed="rId24"/>
        </a:buBlip>
        <a:defRPr sz="2000">
          <a:solidFill>
            <a:srgbClr val="4C4C4C"/>
          </a:solidFill>
          <a:latin typeface="+mn-lt"/>
          <a:ea typeface="ＭＳ Ｐゴシック" pitchFamily="-104" charset="-128"/>
          <a:cs typeface="ＭＳ Ｐゴシック" pitchFamily="-104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25"/>
        </a:buBlip>
        <a:defRPr>
          <a:solidFill>
            <a:srgbClr val="4C4C4C"/>
          </a:solidFill>
          <a:latin typeface="+mn-lt"/>
          <a:ea typeface="ＭＳ Ｐゴシック" pitchFamily="-104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26"/>
        </a:buBlip>
        <a:defRPr sz="1600">
          <a:solidFill>
            <a:srgbClr val="4C4C4C"/>
          </a:solidFill>
          <a:latin typeface="+mn-lt"/>
          <a:ea typeface="ＭＳ Ｐゴシック" pitchFamily="-104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27"/>
        </a:buBlip>
        <a:defRPr sz="1400">
          <a:solidFill>
            <a:srgbClr val="4C4C4C"/>
          </a:solidFill>
          <a:latin typeface="+mn-lt"/>
          <a:ea typeface="ＭＳ Ｐゴシック" pitchFamily="-104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4C4C4C"/>
          </a:solidFill>
          <a:latin typeface="+mn-lt"/>
          <a:ea typeface="ＭＳ Ｐゴシック" pitchFamily="-10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rgbClr val="4C4C4C"/>
          </a:solidFill>
          <a:latin typeface="+mn-lt"/>
          <a:ea typeface="ＭＳ Ｐゴシック" pitchFamily="-104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rgbClr val="4C4C4C"/>
          </a:solidFill>
          <a:latin typeface="+mn-lt"/>
          <a:ea typeface="ＭＳ Ｐゴシック" pitchFamily="-104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rgbClr val="4C4C4C"/>
          </a:solidFill>
          <a:latin typeface="+mn-lt"/>
          <a:ea typeface="ＭＳ Ｐゴシック" pitchFamily="-104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rgbClr val="4C4C4C"/>
          </a:solidFill>
          <a:latin typeface="+mn-lt"/>
          <a:ea typeface="ＭＳ Ｐゴシック" pitchFamily="-104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20" Type="http://schemas.openxmlformats.org/officeDocument/2006/relationships/image" Target="../media/image21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microsoft.com/office/2007/relationships/hdphoto" Target="../media/hdphoto2.wdp"/><Relationship Id="rId16" Type="http://schemas.openxmlformats.org/officeDocument/2006/relationships/image" Target="../media/image18.png"/><Relationship Id="rId17" Type="http://schemas.microsoft.com/office/2007/relationships/hdphoto" Target="../media/hdphoto3.wdp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547664" y="44623"/>
            <a:ext cx="7342654" cy="550151"/>
          </a:xfrm>
        </p:spPr>
        <p:txBody>
          <a:bodyPr/>
          <a:lstStyle/>
          <a:p>
            <a:r>
              <a:rPr lang="fr-FR" dirty="0" smtClean="0">
                <a:solidFill>
                  <a:srgbClr val="FFFFFF"/>
                </a:solidFill>
              </a:rPr>
              <a:t>Usine de </a:t>
            </a:r>
            <a:r>
              <a:rPr lang="fr-FR" dirty="0" smtClean="0">
                <a:solidFill>
                  <a:srgbClr val="FFFFFF"/>
                </a:solidFill>
              </a:rPr>
              <a:t>développement (projet Portail </a:t>
            </a:r>
            <a:r>
              <a:rPr lang="fr-FR" dirty="0">
                <a:solidFill>
                  <a:srgbClr val="FFFFFF"/>
                </a:solidFill>
              </a:rPr>
              <a:t>E</a:t>
            </a:r>
            <a:r>
              <a:rPr lang="fr-FR" dirty="0" smtClean="0">
                <a:solidFill>
                  <a:srgbClr val="FFFFFF"/>
                </a:solidFill>
              </a:rPr>
              <a:t>ntreprise)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 bwMode="auto">
          <a:xfrm>
            <a:off x="1571435" y="1628800"/>
            <a:ext cx="5544616" cy="3960440"/>
          </a:xfrm>
          <a:prstGeom prst="rect">
            <a:avLst/>
          </a:prstGeom>
          <a:solidFill>
            <a:srgbClr val="E6E6E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fr-FR">
              <a:solidFill>
                <a:srgbClr val="FFFFFF"/>
              </a:solidFill>
            </a:endParaRPr>
          </a:p>
        </p:txBody>
      </p:sp>
      <p:grpSp>
        <p:nvGrpSpPr>
          <p:cNvPr id="6" name="Grouper 5"/>
          <p:cNvGrpSpPr/>
          <p:nvPr/>
        </p:nvGrpSpPr>
        <p:grpSpPr>
          <a:xfrm>
            <a:off x="1859467" y="3573016"/>
            <a:ext cx="247580" cy="249413"/>
            <a:chOff x="844122" y="2653942"/>
            <a:chExt cx="247580" cy="249413"/>
          </a:xfrm>
        </p:grpSpPr>
        <p:sp>
          <p:nvSpPr>
            <p:cNvPr id="7" name="Ellipse 6"/>
            <p:cNvSpPr/>
            <p:nvPr/>
          </p:nvSpPr>
          <p:spPr bwMode="auto">
            <a:xfrm>
              <a:off x="851488" y="2663141"/>
              <a:ext cx="240214" cy="240214"/>
            </a:xfrm>
            <a:prstGeom prst="ellipse">
              <a:avLst/>
            </a:prstGeom>
            <a:solidFill>
              <a:schemeClr val="bg2"/>
            </a:solidFill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fr-FR" sz="1100" b="1" dirty="0">
                <a:ln w="57150" cmpd="sng">
                  <a:solidFill>
                    <a:srgbClr val="FFFFFF"/>
                  </a:solidFill>
                </a:ln>
                <a:solidFill>
                  <a:srgbClr val="00A2D8"/>
                </a:solidFill>
                <a:latin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844122" y="2653942"/>
              <a:ext cx="21777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000" b="1" dirty="0">
                  <a:solidFill>
                    <a:srgbClr val="00A2D8"/>
                  </a:solidFill>
                  <a:latin typeface="Arial"/>
                </a:rPr>
                <a:t>1</a:t>
              </a:r>
            </a:p>
          </p:txBody>
        </p:sp>
      </p:grpSp>
      <p:grpSp>
        <p:nvGrpSpPr>
          <p:cNvPr id="9" name="Grouper 8"/>
          <p:cNvGrpSpPr/>
          <p:nvPr/>
        </p:nvGrpSpPr>
        <p:grpSpPr>
          <a:xfrm>
            <a:off x="3205887" y="3366977"/>
            <a:ext cx="247580" cy="249413"/>
            <a:chOff x="844122" y="2653942"/>
            <a:chExt cx="247580" cy="249413"/>
          </a:xfrm>
        </p:grpSpPr>
        <p:sp>
          <p:nvSpPr>
            <p:cNvPr id="10" name="Ellipse 9"/>
            <p:cNvSpPr/>
            <p:nvPr/>
          </p:nvSpPr>
          <p:spPr bwMode="auto">
            <a:xfrm>
              <a:off x="851488" y="2663141"/>
              <a:ext cx="240214" cy="240214"/>
            </a:xfrm>
            <a:prstGeom prst="ellipse">
              <a:avLst/>
            </a:prstGeom>
            <a:solidFill>
              <a:schemeClr val="bg2"/>
            </a:solidFill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fr-FR" sz="1100" b="1" dirty="0">
                <a:ln w="57150" cmpd="sng">
                  <a:solidFill>
                    <a:srgbClr val="FFFFFF"/>
                  </a:solidFill>
                </a:ln>
                <a:solidFill>
                  <a:srgbClr val="00A2D8"/>
                </a:solidFill>
                <a:latin typeface="Arial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44122" y="2653942"/>
              <a:ext cx="21777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000" b="1" dirty="0">
                  <a:solidFill>
                    <a:srgbClr val="00A2D8"/>
                  </a:solidFill>
                  <a:latin typeface="Arial"/>
                </a:rPr>
                <a:t>2</a:t>
              </a:r>
            </a:p>
          </p:txBody>
        </p:sp>
      </p:grpSp>
      <p:grpSp>
        <p:nvGrpSpPr>
          <p:cNvPr id="12" name="Grouper 11"/>
          <p:cNvGrpSpPr/>
          <p:nvPr/>
        </p:nvGrpSpPr>
        <p:grpSpPr>
          <a:xfrm>
            <a:off x="4088868" y="2848603"/>
            <a:ext cx="247580" cy="249413"/>
            <a:chOff x="844122" y="2653942"/>
            <a:chExt cx="247580" cy="249413"/>
          </a:xfrm>
        </p:grpSpPr>
        <p:sp>
          <p:nvSpPr>
            <p:cNvPr id="13" name="Ellipse 12"/>
            <p:cNvSpPr/>
            <p:nvPr/>
          </p:nvSpPr>
          <p:spPr bwMode="auto">
            <a:xfrm>
              <a:off x="851488" y="2663141"/>
              <a:ext cx="240214" cy="240214"/>
            </a:xfrm>
            <a:prstGeom prst="ellipse">
              <a:avLst/>
            </a:prstGeom>
            <a:solidFill>
              <a:schemeClr val="bg2"/>
            </a:solidFill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fr-FR" sz="1100" b="1" dirty="0">
                <a:ln w="57150" cmpd="sng">
                  <a:solidFill>
                    <a:srgbClr val="FFFFFF"/>
                  </a:solidFill>
                </a:ln>
                <a:solidFill>
                  <a:srgbClr val="00A2D8"/>
                </a:solidFill>
                <a:latin typeface="Arial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44122" y="2653942"/>
              <a:ext cx="21777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000" b="1" dirty="0">
                  <a:solidFill>
                    <a:srgbClr val="00A2D8"/>
                  </a:solidFill>
                  <a:latin typeface="Arial"/>
                </a:rPr>
                <a:t>3</a:t>
              </a:r>
            </a:p>
          </p:txBody>
        </p:sp>
      </p:grpSp>
      <p:grpSp>
        <p:nvGrpSpPr>
          <p:cNvPr id="15" name="Grouper 14"/>
          <p:cNvGrpSpPr/>
          <p:nvPr/>
        </p:nvGrpSpPr>
        <p:grpSpPr>
          <a:xfrm>
            <a:off x="4467376" y="3383185"/>
            <a:ext cx="247580" cy="249413"/>
            <a:chOff x="844122" y="2653942"/>
            <a:chExt cx="247580" cy="249413"/>
          </a:xfrm>
        </p:grpSpPr>
        <p:sp>
          <p:nvSpPr>
            <p:cNvPr id="16" name="Ellipse 15"/>
            <p:cNvSpPr/>
            <p:nvPr/>
          </p:nvSpPr>
          <p:spPr bwMode="auto">
            <a:xfrm>
              <a:off x="851488" y="2663141"/>
              <a:ext cx="240214" cy="240214"/>
            </a:xfrm>
            <a:prstGeom prst="ellipse">
              <a:avLst/>
            </a:prstGeom>
            <a:solidFill>
              <a:schemeClr val="bg2"/>
            </a:solidFill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fr-FR" sz="1100" b="1" dirty="0">
                <a:ln w="57150" cmpd="sng">
                  <a:solidFill>
                    <a:srgbClr val="FFFFFF"/>
                  </a:solidFill>
                </a:ln>
                <a:solidFill>
                  <a:srgbClr val="00A2D8"/>
                </a:solidFill>
                <a:latin typeface="Arial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44122" y="2653942"/>
              <a:ext cx="21777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000" b="1" dirty="0">
                  <a:solidFill>
                    <a:srgbClr val="00A2D8"/>
                  </a:solidFill>
                  <a:latin typeface="Arial"/>
                </a:rPr>
                <a:t>4</a:t>
              </a:r>
            </a:p>
          </p:txBody>
        </p:sp>
      </p:grpSp>
      <p:grpSp>
        <p:nvGrpSpPr>
          <p:cNvPr id="18" name="Grouper 17"/>
          <p:cNvGrpSpPr/>
          <p:nvPr/>
        </p:nvGrpSpPr>
        <p:grpSpPr>
          <a:xfrm>
            <a:off x="4141991" y="4591113"/>
            <a:ext cx="247580" cy="249413"/>
            <a:chOff x="844122" y="2653942"/>
            <a:chExt cx="247580" cy="249413"/>
          </a:xfrm>
        </p:grpSpPr>
        <p:sp>
          <p:nvSpPr>
            <p:cNvPr id="19" name="Ellipse 18"/>
            <p:cNvSpPr/>
            <p:nvPr/>
          </p:nvSpPr>
          <p:spPr bwMode="auto">
            <a:xfrm>
              <a:off x="851488" y="2663141"/>
              <a:ext cx="240214" cy="240214"/>
            </a:xfrm>
            <a:prstGeom prst="ellipse">
              <a:avLst/>
            </a:prstGeom>
            <a:solidFill>
              <a:schemeClr val="bg2"/>
            </a:solidFill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fr-FR" sz="1100" b="1" dirty="0">
                <a:ln w="57150" cmpd="sng">
                  <a:solidFill>
                    <a:srgbClr val="FFFFFF"/>
                  </a:solidFill>
                </a:ln>
                <a:solidFill>
                  <a:srgbClr val="00A2D8"/>
                </a:solidFill>
                <a:latin typeface="Arial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44122" y="2653942"/>
              <a:ext cx="21777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000" b="1" dirty="0">
                  <a:solidFill>
                    <a:srgbClr val="00A2D8"/>
                  </a:solidFill>
                  <a:latin typeface="Arial"/>
                </a:rPr>
                <a:t>5</a:t>
              </a:r>
            </a:p>
          </p:txBody>
        </p:sp>
      </p:grpSp>
      <p:grpSp>
        <p:nvGrpSpPr>
          <p:cNvPr id="21" name="Grouper 20"/>
          <p:cNvGrpSpPr/>
          <p:nvPr/>
        </p:nvGrpSpPr>
        <p:grpSpPr>
          <a:xfrm>
            <a:off x="5726167" y="4663121"/>
            <a:ext cx="247580" cy="249413"/>
            <a:chOff x="844122" y="2653942"/>
            <a:chExt cx="247580" cy="249413"/>
          </a:xfrm>
        </p:grpSpPr>
        <p:sp>
          <p:nvSpPr>
            <p:cNvPr id="22" name="Ellipse 21"/>
            <p:cNvSpPr/>
            <p:nvPr/>
          </p:nvSpPr>
          <p:spPr bwMode="auto">
            <a:xfrm>
              <a:off x="851488" y="2663141"/>
              <a:ext cx="240214" cy="240214"/>
            </a:xfrm>
            <a:prstGeom prst="ellipse">
              <a:avLst/>
            </a:prstGeom>
            <a:solidFill>
              <a:schemeClr val="bg2"/>
            </a:solidFill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fr-FR" sz="1100" b="1" dirty="0">
                <a:ln w="57150" cmpd="sng">
                  <a:solidFill>
                    <a:srgbClr val="FFFFFF"/>
                  </a:solidFill>
                </a:ln>
                <a:solidFill>
                  <a:srgbClr val="00A2D8"/>
                </a:solidFill>
                <a:latin typeface="Arial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44122" y="2653942"/>
              <a:ext cx="21777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000" b="1" dirty="0">
                  <a:solidFill>
                    <a:srgbClr val="00A2D8"/>
                  </a:solidFill>
                  <a:latin typeface="Arial"/>
                </a:rPr>
                <a:t>6</a:t>
              </a:r>
            </a:p>
          </p:txBody>
        </p:sp>
      </p:grpSp>
      <p:sp>
        <p:nvSpPr>
          <p:cNvPr id="24" name="ZoneTexte 23"/>
          <p:cNvSpPr txBox="1"/>
          <p:nvPr/>
        </p:nvSpPr>
        <p:spPr>
          <a:xfrm>
            <a:off x="1763688" y="2564904"/>
            <a:ext cx="14401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 smtClean="0">
                <a:solidFill>
                  <a:srgbClr val="00A2D8"/>
                </a:solidFill>
                <a:latin typeface="Arial"/>
              </a:rPr>
              <a:t>Code source</a:t>
            </a:r>
            <a:endParaRPr lang="fr-FR" sz="1050" b="1" dirty="0">
              <a:solidFill>
                <a:srgbClr val="00A2D8"/>
              </a:solidFill>
              <a:latin typeface="Arial"/>
            </a:endParaRPr>
          </a:p>
          <a:p>
            <a:r>
              <a:rPr lang="fr-FR" sz="1050" b="1" dirty="0">
                <a:solidFill>
                  <a:srgbClr val="00A2D8"/>
                </a:solidFill>
                <a:latin typeface="Arial"/>
              </a:rPr>
              <a:t>+ </a:t>
            </a:r>
            <a:r>
              <a:rPr lang="fr-FR" sz="1050" b="1" dirty="0" smtClean="0">
                <a:solidFill>
                  <a:srgbClr val="00A2D8"/>
                </a:solidFill>
                <a:latin typeface="Arial"/>
              </a:rPr>
              <a:t>Tests</a:t>
            </a:r>
            <a:endParaRPr lang="fr-FR" sz="1050" b="1" dirty="0">
              <a:solidFill>
                <a:srgbClr val="00A2D8"/>
              </a:solidFill>
              <a:latin typeface="Arial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1835696" y="4365104"/>
            <a:ext cx="12241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 smtClean="0">
                <a:solidFill>
                  <a:srgbClr val="00A2D8"/>
                </a:solidFill>
                <a:latin typeface="Arial"/>
              </a:rPr>
              <a:t>Code source</a:t>
            </a:r>
            <a:endParaRPr lang="fr-FR" sz="1050" b="1" dirty="0">
              <a:solidFill>
                <a:srgbClr val="00A2D8"/>
              </a:solidFill>
              <a:latin typeface="Arial"/>
            </a:endParaRPr>
          </a:p>
          <a:p>
            <a:r>
              <a:rPr lang="fr-FR" sz="1050" b="1" dirty="0">
                <a:solidFill>
                  <a:srgbClr val="00A2D8"/>
                </a:solidFill>
                <a:latin typeface="Arial"/>
              </a:rPr>
              <a:t>+ </a:t>
            </a:r>
            <a:r>
              <a:rPr lang="fr-FR" sz="1050" b="1" dirty="0" smtClean="0">
                <a:solidFill>
                  <a:srgbClr val="00A2D8"/>
                </a:solidFill>
                <a:latin typeface="Arial"/>
              </a:rPr>
              <a:t>Tests</a:t>
            </a:r>
            <a:endParaRPr lang="fr-FR" sz="1050" b="1" dirty="0">
              <a:solidFill>
                <a:srgbClr val="00A2D8"/>
              </a:solidFill>
              <a:latin typeface="Arial"/>
            </a:endParaRPr>
          </a:p>
        </p:txBody>
      </p:sp>
      <p:sp>
        <p:nvSpPr>
          <p:cNvPr id="26" name="Espace réservé du texte 3"/>
          <p:cNvSpPr txBox="1">
            <a:spLocks/>
          </p:cNvSpPr>
          <p:nvPr/>
        </p:nvSpPr>
        <p:spPr>
          <a:xfrm>
            <a:off x="1571435" y="1124744"/>
            <a:ext cx="5544616" cy="432048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D60"/>
              </a:buClr>
              <a:buSzPct val="100000"/>
              <a:buBlip>
                <a:blip r:embed="rId3"/>
              </a:buBlip>
              <a:defRPr sz="2400">
                <a:solidFill>
                  <a:srgbClr val="4C4C4C"/>
                </a:solidFill>
                <a:latin typeface="+mn-lt"/>
                <a:ea typeface="ＭＳ Ｐゴシック" pitchFamily="-104" charset="-128"/>
                <a:cs typeface="ＭＳ Ｐゴシック" pitchFamily="-104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4"/>
              </a:buBlip>
              <a:defRPr sz="20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5"/>
              </a:buBlip>
              <a:defRPr sz="18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6"/>
              </a:buBlip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9pPr>
          </a:lstStyle>
          <a:p>
            <a:pPr marL="0" indent="0" algn="ctr">
              <a:buFontTx/>
              <a:buNone/>
            </a:pPr>
            <a:r>
              <a:rPr lang="fr-FR" sz="1100" cap="all" dirty="0" smtClean="0">
                <a:solidFill>
                  <a:srgbClr val="FFFFFF"/>
                </a:solidFill>
                <a:latin typeface="Arial"/>
              </a:rPr>
              <a:t> USINE DE développement</a:t>
            </a:r>
            <a:endParaRPr lang="fr-FR" sz="1100" cap="all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641839" y="4270684"/>
            <a:ext cx="13226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000" b="1" dirty="0">
                <a:solidFill>
                  <a:srgbClr val="002458"/>
                </a:solidFill>
                <a:latin typeface="Arial"/>
                <a:cs typeface="Calibri" pitchFamily="34" charset="0"/>
              </a:rPr>
              <a:t>Application</a:t>
            </a:r>
          </a:p>
          <a:p>
            <a:pPr algn="ctr"/>
            <a:r>
              <a:rPr lang="fr-FR" sz="1000" b="1" dirty="0" smtClean="0">
                <a:solidFill>
                  <a:srgbClr val="002458"/>
                </a:solidFill>
                <a:latin typeface="Arial"/>
                <a:cs typeface="Calibri" pitchFamily="34" charset="0"/>
              </a:rPr>
              <a:t>Testée et déployée</a:t>
            </a:r>
            <a:endParaRPr lang="fr-FR" sz="1000" dirty="0">
              <a:solidFill>
                <a:srgbClr val="002458"/>
              </a:solidFill>
              <a:latin typeface="Arial"/>
            </a:endParaRPr>
          </a:p>
        </p:txBody>
      </p:sp>
      <p:pic>
        <p:nvPicPr>
          <p:cNvPr id="28" name="Image 27" descr="fleche2.png"/>
          <p:cNvPicPr>
            <a:picLocks noChangeAspect="1"/>
          </p:cNvPicPr>
          <p:nvPr/>
        </p:nvPicPr>
        <p:blipFill>
          <a:blip r:embed="rId7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1500"/>
                    </a14:imgEffect>
                    <a14:imgEffect>
                      <a14:saturation sat="287000"/>
                    </a14:imgEffect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937743">
            <a:off x="1518876" y="3788395"/>
            <a:ext cx="400788" cy="1063021"/>
          </a:xfrm>
          <a:prstGeom prst="rect">
            <a:avLst/>
          </a:prstGeom>
        </p:spPr>
      </p:pic>
      <p:pic>
        <p:nvPicPr>
          <p:cNvPr id="29" name="Image 28" descr="application-validée.png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4123" y="4653136"/>
            <a:ext cx="864096" cy="694274"/>
          </a:xfrm>
          <a:prstGeom prst="rect">
            <a:avLst/>
          </a:prstGeom>
        </p:spPr>
      </p:pic>
      <p:grpSp>
        <p:nvGrpSpPr>
          <p:cNvPr id="30" name="Grouper 29"/>
          <p:cNvGrpSpPr/>
          <p:nvPr/>
        </p:nvGrpSpPr>
        <p:grpSpPr>
          <a:xfrm>
            <a:off x="2269783" y="3150953"/>
            <a:ext cx="792088" cy="899158"/>
            <a:chOff x="1403648" y="2743346"/>
            <a:chExt cx="792088" cy="899158"/>
          </a:xfrm>
        </p:grpSpPr>
        <p:sp>
          <p:nvSpPr>
            <p:cNvPr id="31" name="Rectangle 30"/>
            <p:cNvSpPr/>
            <p:nvPr/>
          </p:nvSpPr>
          <p:spPr bwMode="auto">
            <a:xfrm>
              <a:off x="1475656" y="2751393"/>
              <a:ext cx="648072" cy="891111"/>
            </a:xfrm>
            <a:prstGeom prst="rect">
              <a:avLst/>
            </a:prstGeom>
            <a:solidFill>
              <a:srgbClr val="00245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FFFFFF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403648" y="2743346"/>
              <a:ext cx="7920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sz="800" b="1" dirty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Gestion-</a:t>
              </a:r>
            </a:p>
            <a:p>
              <a:pPr algn="ctr"/>
              <a:r>
                <a:rPr lang="fr-FR" sz="800" b="1" dirty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naire</a:t>
              </a:r>
            </a:p>
            <a:p>
              <a:pPr algn="ctr"/>
              <a:r>
                <a:rPr lang="fr-FR" sz="800" b="1" dirty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des sources</a:t>
              </a: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1496414" y="3204448"/>
              <a:ext cx="605457" cy="418368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FFFFFF"/>
                </a:solidFill>
              </a:endParaRPr>
            </a:p>
          </p:txBody>
        </p:sp>
      </p:grpSp>
      <p:grpSp>
        <p:nvGrpSpPr>
          <p:cNvPr id="34" name="Grouper 33"/>
          <p:cNvGrpSpPr/>
          <p:nvPr/>
        </p:nvGrpSpPr>
        <p:grpSpPr>
          <a:xfrm>
            <a:off x="3565927" y="3150953"/>
            <a:ext cx="792088" cy="899158"/>
            <a:chOff x="1403648" y="2743346"/>
            <a:chExt cx="792088" cy="899158"/>
          </a:xfrm>
        </p:grpSpPr>
        <p:sp>
          <p:nvSpPr>
            <p:cNvPr id="35" name="Rectangle 34"/>
            <p:cNvSpPr/>
            <p:nvPr/>
          </p:nvSpPr>
          <p:spPr bwMode="auto">
            <a:xfrm>
              <a:off x="1475656" y="2751393"/>
              <a:ext cx="648072" cy="891111"/>
            </a:xfrm>
            <a:prstGeom prst="rect">
              <a:avLst/>
            </a:prstGeom>
            <a:solidFill>
              <a:srgbClr val="00245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FFFFFF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403648" y="2743346"/>
              <a:ext cx="7920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sz="800" b="1" dirty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Construc-</a:t>
              </a:r>
            </a:p>
            <a:p>
              <a:pPr algn="ctr"/>
              <a:r>
                <a:rPr lang="fr-FR" sz="800" b="1" dirty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tion de l’application</a:t>
              </a: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1496414" y="3204448"/>
              <a:ext cx="605457" cy="418368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FFFFFF"/>
                </a:solidFill>
              </a:endParaRPr>
            </a:p>
          </p:txBody>
        </p:sp>
      </p:grpSp>
      <p:grpSp>
        <p:nvGrpSpPr>
          <p:cNvPr id="38" name="Grouper 37"/>
          <p:cNvGrpSpPr/>
          <p:nvPr/>
        </p:nvGrpSpPr>
        <p:grpSpPr>
          <a:xfrm>
            <a:off x="4934079" y="3140968"/>
            <a:ext cx="792088" cy="899158"/>
            <a:chOff x="1403648" y="2743346"/>
            <a:chExt cx="792088" cy="899158"/>
          </a:xfrm>
        </p:grpSpPr>
        <p:sp>
          <p:nvSpPr>
            <p:cNvPr id="39" name="Rectangle 38"/>
            <p:cNvSpPr/>
            <p:nvPr/>
          </p:nvSpPr>
          <p:spPr bwMode="auto">
            <a:xfrm>
              <a:off x="1475656" y="2751393"/>
              <a:ext cx="648072" cy="891111"/>
            </a:xfrm>
            <a:prstGeom prst="rect">
              <a:avLst/>
            </a:prstGeom>
            <a:solidFill>
              <a:srgbClr val="00245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FFFFFF"/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403648" y="2743346"/>
              <a:ext cx="7920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sz="800" b="1" dirty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Exécution </a:t>
              </a:r>
            </a:p>
            <a:p>
              <a:pPr algn="ctr"/>
              <a:r>
                <a:rPr lang="fr-FR" sz="800" b="1" dirty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contrôles qualité</a:t>
              </a: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1496414" y="3211918"/>
              <a:ext cx="605457" cy="410898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FFFFFF"/>
                </a:solidFill>
              </a:endParaRPr>
            </a:p>
          </p:txBody>
        </p:sp>
      </p:grpSp>
      <p:grpSp>
        <p:nvGrpSpPr>
          <p:cNvPr id="42" name="Grouper 41"/>
          <p:cNvGrpSpPr/>
          <p:nvPr/>
        </p:nvGrpSpPr>
        <p:grpSpPr>
          <a:xfrm>
            <a:off x="3565927" y="1675731"/>
            <a:ext cx="792088" cy="899158"/>
            <a:chOff x="1403648" y="2743346"/>
            <a:chExt cx="792088" cy="899158"/>
          </a:xfrm>
        </p:grpSpPr>
        <p:sp>
          <p:nvSpPr>
            <p:cNvPr id="43" name="Rectangle 42"/>
            <p:cNvSpPr/>
            <p:nvPr/>
          </p:nvSpPr>
          <p:spPr bwMode="auto">
            <a:xfrm>
              <a:off x="1475656" y="2751393"/>
              <a:ext cx="648072" cy="891111"/>
            </a:xfrm>
            <a:prstGeom prst="rect">
              <a:avLst/>
            </a:prstGeom>
            <a:solidFill>
              <a:srgbClr val="00245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FFFFFF"/>
                </a:solidFill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403648" y="2743346"/>
              <a:ext cx="79208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sz="800" b="1" dirty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Exécution</a:t>
              </a:r>
            </a:p>
            <a:p>
              <a:pPr algn="ctr"/>
              <a:r>
                <a:rPr lang="fr-FR" sz="800" b="1" dirty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des tests de </a:t>
              </a:r>
            </a:p>
            <a:p>
              <a:pPr algn="ctr"/>
              <a:r>
                <a:rPr lang="fr-FR" sz="800" b="1" dirty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dév. Auto.</a:t>
              </a: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1496414" y="3237846"/>
              <a:ext cx="605457" cy="38497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FFFFFF"/>
                </a:solidFill>
              </a:endParaRPr>
            </a:p>
          </p:txBody>
        </p:sp>
      </p:grpSp>
      <p:sp>
        <p:nvSpPr>
          <p:cNvPr id="46" name="Flèche vers la droite 45"/>
          <p:cNvSpPr/>
          <p:nvPr/>
        </p:nvSpPr>
        <p:spPr bwMode="auto">
          <a:xfrm>
            <a:off x="3027216" y="3655009"/>
            <a:ext cx="576064" cy="216024"/>
          </a:xfrm>
          <a:prstGeom prst="rightArrow">
            <a:avLst/>
          </a:prstGeom>
          <a:solidFill>
            <a:srgbClr val="65C8E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fr-FR">
              <a:solidFill>
                <a:srgbClr val="FFFFFF"/>
              </a:solidFill>
            </a:endParaRPr>
          </a:p>
        </p:txBody>
      </p:sp>
      <p:grpSp>
        <p:nvGrpSpPr>
          <p:cNvPr id="47" name="Grouper 46"/>
          <p:cNvGrpSpPr/>
          <p:nvPr/>
        </p:nvGrpSpPr>
        <p:grpSpPr>
          <a:xfrm>
            <a:off x="4862071" y="4488189"/>
            <a:ext cx="792087" cy="899158"/>
            <a:chOff x="1418589" y="2743346"/>
            <a:chExt cx="792087" cy="899158"/>
          </a:xfrm>
        </p:grpSpPr>
        <p:sp>
          <p:nvSpPr>
            <p:cNvPr id="48" name="Rectangle 47"/>
            <p:cNvSpPr/>
            <p:nvPr/>
          </p:nvSpPr>
          <p:spPr bwMode="auto">
            <a:xfrm>
              <a:off x="1475656" y="2751393"/>
              <a:ext cx="648072" cy="891111"/>
            </a:xfrm>
            <a:prstGeom prst="rect">
              <a:avLst/>
            </a:prstGeom>
            <a:solidFill>
              <a:srgbClr val="00245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FFFFFF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418589" y="2743346"/>
              <a:ext cx="79208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sz="800" b="1" dirty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Tests de </a:t>
              </a:r>
            </a:p>
            <a:p>
              <a:pPr algn="ctr"/>
              <a:r>
                <a:rPr lang="fr-FR" sz="800" b="1" dirty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recette automatisés</a:t>
              </a: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1496414" y="3219388"/>
              <a:ext cx="605457" cy="403427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FFFFFF"/>
                </a:solidFill>
              </a:endParaRPr>
            </a:p>
          </p:txBody>
        </p:sp>
      </p:grpSp>
      <p:sp>
        <p:nvSpPr>
          <p:cNvPr id="51" name="Flèche vers la droite 50"/>
          <p:cNvSpPr/>
          <p:nvPr/>
        </p:nvSpPr>
        <p:spPr bwMode="auto">
          <a:xfrm>
            <a:off x="4330087" y="3657997"/>
            <a:ext cx="603992" cy="203051"/>
          </a:xfrm>
          <a:prstGeom prst="rightArrow">
            <a:avLst/>
          </a:prstGeom>
          <a:solidFill>
            <a:srgbClr val="65C8E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fr-FR">
              <a:solidFill>
                <a:srgbClr val="FFFFFF"/>
              </a:solidFill>
            </a:endParaRPr>
          </a:p>
        </p:txBody>
      </p:sp>
      <p:sp>
        <p:nvSpPr>
          <p:cNvPr id="52" name="Flèche vers la droite 51"/>
          <p:cNvSpPr/>
          <p:nvPr/>
        </p:nvSpPr>
        <p:spPr bwMode="auto">
          <a:xfrm rot="16200000">
            <a:off x="3709943" y="2741316"/>
            <a:ext cx="504056" cy="216024"/>
          </a:xfrm>
          <a:prstGeom prst="rightArrow">
            <a:avLst/>
          </a:prstGeom>
          <a:solidFill>
            <a:srgbClr val="65C8E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fr-FR">
              <a:solidFill>
                <a:srgbClr val="FFFFFF"/>
              </a:solidFill>
            </a:endParaRPr>
          </a:p>
        </p:txBody>
      </p:sp>
      <p:sp>
        <p:nvSpPr>
          <p:cNvPr id="53" name="Flèche vers la droite 52"/>
          <p:cNvSpPr/>
          <p:nvPr/>
        </p:nvSpPr>
        <p:spPr bwMode="auto">
          <a:xfrm>
            <a:off x="5585145" y="4950409"/>
            <a:ext cx="645078" cy="206783"/>
          </a:xfrm>
          <a:prstGeom prst="rightArrow">
            <a:avLst/>
          </a:prstGeom>
          <a:solidFill>
            <a:srgbClr val="65C8E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fr-FR">
              <a:solidFill>
                <a:srgbClr val="FFFFFF"/>
              </a:solidFill>
            </a:endParaRPr>
          </a:p>
        </p:txBody>
      </p:sp>
      <p:pic>
        <p:nvPicPr>
          <p:cNvPr id="54" name="Image 53" descr="DATA_storage_flat_Pos.png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5604" y="3662480"/>
            <a:ext cx="300360" cy="317124"/>
          </a:xfrm>
          <a:prstGeom prst="rect">
            <a:avLst/>
          </a:prstGeom>
        </p:spPr>
      </p:pic>
      <p:pic>
        <p:nvPicPr>
          <p:cNvPr id="55" name="Image 54" descr="SoclesdeServices_pos.png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6338" y="3675485"/>
            <a:ext cx="360040" cy="326496"/>
          </a:xfrm>
          <a:prstGeom prst="rect">
            <a:avLst/>
          </a:prstGeom>
        </p:spPr>
      </p:pic>
      <p:pic>
        <p:nvPicPr>
          <p:cNvPr id="56" name="Image 55" descr="DocSheets_Diag_v2_Pos.png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22111" y="3655009"/>
            <a:ext cx="257850" cy="360040"/>
          </a:xfrm>
          <a:prstGeom prst="rect">
            <a:avLst/>
          </a:prstGeom>
        </p:spPr>
      </p:pic>
      <p:pic>
        <p:nvPicPr>
          <p:cNvPr id="57" name="Image 56" descr="OctoPolice_Pos.png"/>
          <p:cNvPicPr>
            <a:picLocks noChangeAspect="1"/>
          </p:cNvPicPr>
          <p:nvPr/>
        </p:nvPicPr>
        <p:blipFill>
          <a:blip r:embed="rId13" cstate="email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0506" y="4973565"/>
            <a:ext cx="267282" cy="367512"/>
          </a:xfrm>
          <a:prstGeom prst="rect">
            <a:avLst/>
          </a:prstGeom>
        </p:spPr>
      </p:pic>
      <p:pic>
        <p:nvPicPr>
          <p:cNvPr id="58" name="Image 57" descr="FailFast_Pos.png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8817" y="2195135"/>
            <a:ext cx="432048" cy="323236"/>
          </a:xfrm>
          <a:prstGeom prst="rect">
            <a:avLst/>
          </a:prstGeom>
        </p:spPr>
      </p:pic>
      <p:pic>
        <p:nvPicPr>
          <p:cNvPr id="59" name="Image 58" descr="fleche2.png"/>
          <p:cNvPicPr>
            <a:picLocks noChangeAspect="1"/>
          </p:cNvPicPr>
          <p:nvPr/>
        </p:nvPicPr>
        <p:blipFill>
          <a:blip r:embed="rId7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colorTemperature colorTemp="11500"/>
                    </a14:imgEffect>
                    <a14:imgEffect>
                      <a14:saturation sat="287000"/>
                    </a14:imgEffect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662257" flipV="1">
            <a:off x="1408250" y="2606710"/>
            <a:ext cx="510861" cy="928580"/>
          </a:xfrm>
          <a:prstGeom prst="rect">
            <a:avLst/>
          </a:prstGeom>
        </p:spPr>
      </p:pic>
      <p:pic>
        <p:nvPicPr>
          <p:cNvPr id="60" name="Image 59" descr="fleche2.png"/>
          <p:cNvPicPr>
            <a:picLocks noChangeAspect="1"/>
          </p:cNvPicPr>
          <p:nvPr/>
        </p:nvPicPr>
        <p:blipFill>
          <a:blip r:embed="rId16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11500"/>
                    </a14:imgEffect>
                    <a14:imgEffect>
                      <a14:saturation sat="287000"/>
                    </a14:imgEffect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74441">
            <a:off x="4257093" y="4036390"/>
            <a:ext cx="514461" cy="935125"/>
          </a:xfrm>
          <a:prstGeom prst="rect">
            <a:avLst/>
          </a:prstGeom>
        </p:spPr>
      </p:pic>
      <p:grpSp>
        <p:nvGrpSpPr>
          <p:cNvPr id="61" name="Grouper 60"/>
          <p:cNvGrpSpPr/>
          <p:nvPr/>
        </p:nvGrpSpPr>
        <p:grpSpPr>
          <a:xfrm>
            <a:off x="541591" y="2321283"/>
            <a:ext cx="648072" cy="899158"/>
            <a:chOff x="1475656" y="2743346"/>
            <a:chExt cx="648072" cy="899158"/>
          </a:xfrm>
        </p:grpSpPr>
        <p:sp>
          <p:nvSpPr>
            <p:cNvPr id="62" name="Rectangle 61"/>
            <p:cNvSpPr/>
            <p:nvPr/>
          </p:nvSpPr>
          <p:spPr bwMode="auto">
            <a:xfrm>
              <a:off x="1475656" y="2751393"/>
              <a:ext cx="648072" cy="891111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FFFFFF"/>
                </a:solidFill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476724" y="2743346"/>
              <a:ext cx="64483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fr-FR" sz="800" b="1" dirty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Poste</a:t>
              </a:r>
            </a:p>
            <a:p>
              <a:pPr algn="ctr"/>
              <a:r>
                <a:rPr lang="fr-FR" sz="800" b="1" dirty="0" smtClean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de </a:t>
              </a:r>
              <a:r>
                <a:rPr lang="fr-FR" sz="800" b="1" dirty="0">
                  <a:solidFill>
                    <a:srgbClr val="FFFFFF"/>
                  </a:solidFill>
                  <a:latin typeface="Arial"/>
                  <a:cs typeface="Calibri" pitchFamily="34" charset="0"/>
                </a:rPr>
                <a:t>dév.</a:t>
              </a:r>
              <a:endParaRPr lang="fr-FR" sz="80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1496414" y="3086285"/>
              <a:ext cx="605457" cy="536531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FFFFFF"/>
                </a:solidFill>
              </a:endParaRPr>
            </a:p>
          </p:txBody>
        </p:sp>
        <p:pic>
          <p:nvPicPr>
            <p:cNvPr id="65" name="Image 64" descr="CapitalisationSavoirfaireDeveloppement_pos.png"/>
            <p:cNvPicPr>
              <a:picLocks noChangeAspect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2568" y="3157403"/>
              <a:ext cx="467544" cy="417150"/>
            </a:xfrm>
            <a:prstGeom prst="rect">
              <a:avLst/>
            </a:prstGeom>
          </p:spPr>
        </p:pic>
      </p:grpSp>
      <p:grpSp>
        <p:nvGrpSpPr>
          <p:cNvPr id="66" name="Grouper 65"/>
          <p:cNvGrpSpPr/>
          <p:nvPr/>
        </p:nvGrpSpPr>
        <p:grpSpPr>
          <a:xfrm>
            <a:off x="541591" y="4051995"/>
            <a:ext cx="648072" cy="899158"/>
            <a:chOff x="1475656" y="2743346"/>
            <a:chExt cx="648072" cy="899158"/>
          </a:xfrm>
        </p:grpSpPr>
        <p:grpSp>
          <p:nvGrpSpPr>
            <p:cNvPr id="67" name="Grouper 66"/>
            <p:cNvGrpSpPr/>
            <p:nvPr/>
          </p:nvGrpSpPr>
          <p:grpSpPr>
            <a:xfrm>
              <a:off x="1475656" y="2743346"/>
              <a:ext cx="648072" cy="899158"/>
              <a:chOff x="1475656" y="2743346"/>
              <a:chExt cx="648072" cy="899158"/>
            </a:xfrm>
          </p:grpSpPr>
          <p:sp>
            <p:nvSpPr>
              <p:cNvPr id="69" name="Rectangle 68"/>
              <p:cNvSpPr/>
              <p:nvPr/>
            </p:nvSpPr>
            <p:spPr bwMode="auto">
              <a:xfrm>
                <a:off x="1475656" y="2751393"/>
                <a:ext cx="648072" cy="891111"/>
              </a:xfrm>
              <a:prstGeom prst="rect">
                <a:avLst/>
              </a:prstGeom>
              <a:solidFill>
                <a:srgbClr val="002458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FFFFFF"/>
                  </a:solidFill>
                </a:endParaRP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1476724" y="2743346"/>
                <a:ext cx="644837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800" b="1" dirty="0">
                    <a:solidFill>
                      <a:srgbClr val="FFFFFF"/>
                    </a:solidFill>
                    <a:latin typeface="Arial"/>
                    <a:cs typeface="Calibri" pitchFamily="34" charset="0"/>
                  </a:rPr>
                  <a:t>Poste</a:t>
                </a:r>
              </a:p>
              <a:p>
                <a:pPr algn="ctr"/>
                <a:r>
                  <a:rPr lang="fr-FR" sz="800" b="1" dirty="0" smtClean="0">
                    <a:solidFill>
                      <a:srgbClr val="FFFFFF"/>
                    </a:solidFill>
                    <a:latin typeface="Arial"/>
                    <a:cs typeface="Calibri" pitchFamily="34" charset="0"/>
                  </a:rPr>
                  <a:t>de </a:t>
                </a:r>
                <a:r>
                  <a:rPr lang="fr-FR" sz="800" b="1" dirty="0">
                    <a:solidFill>
                      <a:srgbClr val="FFFFFF"/>
                    </a:solidFill>
                    <a:latin typeface="Arial"/>
                    <a:cs typeface="Calibri" pitchFamily="34" charset="0"/>
                  </a:rPr>
                  <a:t>dév.</a:t>
                </a:r>
                <a:endParaRPr lang="fr-FR" sz="800" dirty="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1" name="Rectangle 70"/>
              <p:cNvSpPr/>
              <p:nvPr/>
            </p:nvSpPr>
            <p:spPr bwMode="auto">
              <a:xfrm>
                <a:off x="1496414" y="3086285"/>
                <a:ext cx="605457" cy="536531"/>
              </a:xfrm>
              <a:prstGeom prst="rect">
                <a:avLst/>
              </a:prstGeom>
              <a:solidFill>
                <a:schemeClr val="bg2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68" name="Image 67" descr="CapitalisationSavoirfaireDeveloppement_pos.png"/>
            <p:cNvPicPr>
              <a:picLocks noChangeAspect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2568" y="3157403"/>
              <a:ext cx="467544" cy="417150"/>
            </a:xfrm>
            <a:prstGeom prst="rect">
              <a:avLst/>
            </a:prstGeom>
          </p:spPr>
        </p:pic>
      </p:grpSp>
      <p:sp>
        <p:nvSpPr>
          <p:cNvPr id="80" name="Rectangle à coins arrondis 7"/>
          <p:cNvSpPr/>
          <p:nvPr/>
        </p:nvSpPr>
        <p:spPr bwMode="auto">
          <a:xfrm>
            <a:off x="4345651" y="1691331"/>
            <a:ext cx="1296144" cy="288032"/>
          </a:xfrm>
          <a:prstGeom prst="roundRect">
            <a:avLst/>
          </a:prstGeom>
          <a:solidFill>
            <a:srgbClr val="40F11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numCol="1" rtlCol="0" anchor="ctr" anchorCtr="0" compatLnSpc="1">
            <a:prstTxWarp prst="textNoShape">
              <a:avLst/>
            </a:prstTxWarp>
          </a:bodyPr>
          <a:lstStyle/>
          <a:p>
            <a:pPr algn="ctr" defTabSz="914290"/>
            <a:r>
              <a:rPr lang="fr-FR" sz="1100" dirty="0" smtClean="0">
                <a:latin typeface="Arial"/>
                <a:cs typeface="Arial"/>
              </a:rPr>
              <a:t>Chai + </a:t>
            </a:r>
            <a:r>
              <a:rPr lang="fr-FR" sz="1100" dirty="0">
                <a:latin typeface="Arial"/>
                <a:cs typeface="Arial"/>
              </a:rPr>
              <a:t>Mocha  </a:t>
            </a:r>
          </a:p>
        </p:txBody>
      </p:sp>
      <p:sp>
        <p:nvSpPr>
          <p:cNvPr id="81" name="Rectangle à coins arrondis 72"/>
          <p:cNvSpPr/>
          <p:nvPr/>
        </p:nvSpPr>
        <p:spPr bwMode="auto">
          <a:xfrm>
            <a:off x="3133879" y="4206144"/>
            <a:ext cx="864096" cy="245912"/>
          </a:xfrm>
          <a:prstGeom prst="roundRect">
            <a:avLst/>
          </a:prstGeom>
          <a:solidFill>
            <a:srgbClr val="40F11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numCol="1" rtlCol="0" anchor="ctr" anchorCtr="0" compatLnSpc="1">
            <a:prstTxWarp prst="textNoShape">
              <a:avLst/>
            </a:prstTxWarp>
          </a:bodyPr>
          <a:lstStyle/>
          <a:p>
            <a:pPr algn="ctr" defTabSz="914290"/>
            <a:r>
              <a:rPr lang="fr-FR" sz="1100" dirty="0" err="1" smtClean="0">
                <a:latin typeface="Arial"/>
                <a:cs typeface="Arial"/>
              </a:rPr>
              <a:t>Gulp</a:t>
            </a:r>
            <a:endParaRPr lang="fr-FR" sz="1100" dirty="0">
              <a:latin typeface="Arial"/>
              <a:cs typeface="Arial"/>
            </a:endParaRPr>
          </a:p>
        </p:txBody>
      </p:sp>
      <p:sp>
        <p:nvSpPr>
          <p:cNvPr id="82" name="Rectangle à coins arrondis 74"/>
          <p:cNvSpPr/>
          <p:nvPr/>
        </p:nvSpPr>
        <p:spPr bwMode="auto">
          <a:xfrm>
            <a:off x="4927377" y="2486997"/>
            <a:ext cx="792088" cy="278573"/>
          </a:xfrm>
          <a:prstGeom prst="round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numCol="1" rtlCol="0" anchor="ctr" anchorCtr="0" compatLnSpc="1">
            <a:prstTxWarp prst="textNoShape">
              <a:avLst/>
            </a:prstTxWarp>
          </a:bodyPr>
          <a:lstStyle/>
          <a:p>
            <a:pPr algn="ctr" defTabSz="914290"/>
            <a:r>
              <a:rPr lang="fr-FR" sz="1100" dirty="0" err="1" smtClean="0">
                <a:latin typeface="Arial"/>
                <a:cs typeface="Arial"/>
              </a:rPr>
              <a:t>Jshint</a:t>
            </a:r>
            <a:endParaRPr lang="fr-FR" sz="1100" dirty="0">
              <a:latin typeface="Arial"/>
              <a:cs typeface="Arial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6230223" y="4404618"/>
            <a:ext cx="648072" cy="980222"/>
          </a:xfrm>
          <a:prstGeom prst="rect">
            <a:avLst/>
          </a:prstGeom>
          <a:solidFill>
            <a:srgbClr val="00245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290"/>
            <a:endParaRPr lang="fr-FR"/>
          </a:p>
        </p:txBody>
      </p:sp>
      <p:sp>
        <p:nvSpPr>
          <p:cNvPr id="86" name="Rectangle 85"/>
          <p:cNvSpPr/>
          <p:nvPr/>
        </p:nvSpPr>
        <p:spPr>
          <a:xfrm>
            <a:off x="6230223" y="4464573"/>
            <a:ext cx="6470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00" b="1" dirty="0" smtClean="0">
                <a:solidFill>
                  <a:schemeClr val="bg2"/>
                </a:solidFill>
                <a:latin typeface="+mn-lt"/>
                <a:cs typeface="Calibri" pitchFamily="34" charset="0"/>
              </a:rPr>
              <a:t>Packages  &amp; </a:t>
            </a:r>
            <a:r>
              <a:rPr lang="fr-FR" sz="800" b="1" dirty="0" err="1" smtClean="0">
                <a:solidFill>
                  <a:schemeClr val="bg2"/>
                </a:solidFill>
                <a:latin typeface="+mn-lt"/>
                <a:cs typeface="Calibri" pitchFamily="34" charset="0"/>
              </a:rPr>
              <a:t>Deploy</a:t>
            </a:r>
            <a:endParaRPr lang="fr-FR" sz="8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87" name="Rectangle 86"/>
          <p:cNvSpPr/>
          <p:nvPr/>
        </p:nvSpPr>
        <p:spPr bwMode="auto">
          <a:xfrm>
            <a:off x="6250981" y="4820699"/>
            <a:ext cx="605457" cy="536531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290"/>
            <a:endParaRPr lang="fr-FR"/>
          </a:p>
        </p:txBody>
      </p:sp>
      <p:pic>
        <p:nvPicPr>
          <p:cNvPr id="88" name="Image 130" descr="UC-Sreseau1.1_Pos.png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8322" y="4886920"/>
            <a:ext cx="374895" cy="481585"/>
          </a:xfrm>
          <a:prstGeom prst="rect">
            <a:avLst/>
          </a:prstGeom>
        </p:spPr>
      </p:pic>
      <p:sp>
        <p:nvSpPr>
          <p:cNvPr id="89" name="Rectangle à coins arrondis 133"/>
          <p:cNvSpPr/>
          <p:nvPr/>
        </p:nvSpPr>
        <p:spPr bwMode="auto">
          <a:xfrm>
            <a:off x="6183763" y="4079586"/>
            <a:ext cx="734429" cy="285147"/>
          </a:xfrm>
          <a:prstGeom prst="roundRect">
            <a:avLst/>
          </a:prstGeom>
          <a:solidFill>
            <a:srgbClr val="40F11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numCol="1" rtlCol="0" anchor="ctr" anchorCtr="0" compatLnSpc="1">
            <a:prstTxWarp prst="textNoShape">
              <a:avLst/>
            </a:prstTxWarp>
          </a:bodyPr>
          <a:lstStyle/>
          <a:p>
            <a:pPr algn="ctr" defTabSz="914290"/>
            <a:r>
              <a:rPr lang="fr-FR" sz="1100" dirty="0">
                <a:latin typeface="Arial"/>
                <a:cs typeface="Arial"/>
              </a:rPr>
              <a:t>script</a:t>
            </a:r>
          </a:p>
        </p:txBody>
      </p:sp>
      <p:sp>
        <p:nvSpPr>
          <p:cNvPr id="90" name="Flèche vers la droite 52"/>
          <p:cNvSpPr/>
          <p:nvPr/>
        </p:nvSpPr>
        <p:spPr bwMode="auto">
          <a:xfrm>
            <a:off x="6950303" y="4950409"/>
            <a:ext cx="645078" cy="206783"/>
          </a:xfrm>
          <a:prstGeom prst="rightArrow">
            <a:avLst/>
          </a:prstGeom>
          <a:solidFill>
            <a:srgbClr val="65C8E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fr-FR">
              <a:solidFill>
                <a:srgbClr val="FFFFFF"/>
              </a:solidFill>
            </a:endParaRPr>
          </a:p>
        </p:txBody>
      </p:sp>
      <p:grpSp>
        <p:nvGrpSpPr>
          <p:cNvPr id="91" name="Grouper 20"/>
          <p:cNvGrpSpPr/>
          <p:nvPr/>
        </p:nvGrpSpPr>
        <p:grpSpPr>
          <a:xfrm>
            <a:off x="7188059" y="4653136"/>
            <a:ext cx="247580" cy="249413"/>
            <a:chOff x="844122" y="2653942"/>
            <a:chExt cx="247580" cy="249413"/>
          </a:xfrm>
        </p:grpSpPr>
        <p:sp>
          <p:nvSpPr>
            <p:cNvPr id="92" name="Ellipse 21"/>
            <p:cNvSpPr/>
            <p:nvPr/>
          </p:nvSpPr>
          <p:spPr bwMode="auto">
            <a:xfrm>
              <a:off x="851488" y="2663141"/>
              <a:ext cx="240214" cy="240214"/>
            </a:xfrm>
            <a:prstGeom prst="ellipse">
              <a:avLst/>
            </a:prstGeom>
            <a:solidFill>
              <a:schemeClr val="bg2"/>
            </a:solidFill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fr-FR" sz="1100" b="1" dirty="0">
                <a:ln w="57150" cmpd="sng">
                  <a:solidFill>
                    <a:srgbClr val="FFFFFF"/>
                  </a:solidFill>
                </a:ln>
                <a:solidFill>
                  <a:srgbClr val="00A2D8"/>
                </a:solidFill>
                <a:latin typeface="Arial"/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844122" y="2653942"/>
              <a:ext cx="21777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000" b="1" dirty="0" smtClean="0">
                  <a:solidFill>
                    <a:srgbClr val="00A2D8"/>
                  </a:solidFill>
                  <a:latin typeface="Arial"/>
                </a:rPr>
                <a:t>7</a:t>
              </a:r>
              <a:endParaRPr lang="fr-FR" sz="1000" b="1" dirty="0">
                <a:solidFill>
                  <a:srgbClr val="00A2D8"/>
                </a:solidFill>
                <a:latin typeface="Arial"/>
              </a:endParaRPr>
            </a:p>
          </p:txBody>
        </p:sp>
      </p:grpSp>
      <p:sp>
        <p:nvSpPr>
          <p:cNvPr id="94" name="Rectangle à coins arrondis 133"/>
          <p:cNvSpPr/>
          <p:nvPr/>
        </p:nvSpPr>
        <p:spPr bwMode="auto">
          <a:xfrm>
            <a:off x="4758379" y="5431989"/>
            <a:ext cx="1008112" cy="288032"/>
          </a:xfrm>
          <a:prstGeom prst="round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numCol="1" rtlCol="0" anchor="t" anchorCtr="0" compatLnSpc="1">
            <a:prstTxWarp prst="textNoShape">
              <a:avLst/>
            </a:prstTxWarp>
          </a:bodyPr>
          <a:lstStyle/>
          <a:p>
            <a:pPr algn="ctr" defTabSz="914290"/>
            <a:r>
              <a:rPr lang="fr-FR" sz="1100" dirty="0" err="1" smtClean="0">
                <a:latin typeface="Arial"/>
                <a:cs typeface="Arial"/>
              </a:rPr>
              <a:t>cucumber</a:t>
            </a:r>
            <a:endParaRPr lang="fr-FR" sz="1100" dirty="0">
              <a:latin typeface="Arial"/>
              <a:cs typeface="Arial"/>
            </a:endParaRPr>
          </a:p>
        </p:txBody>
      </p:sp>
      <p:sp>
        <p:nvSpPr>
          <p:cNvPr id="95" name="Rectangle à coins arrondis 72"/>
          <p:cNvSpPr/>
          <p:nvPr/>
        </p:nvSpPr>
        <p:spPr bwMode="auto">
          <a:xfrm>
            <a:off x="2411760" y="2852936"/>
            <a:ext cx="1128358" cy="216024"/>
          </a:xfrm>
          <a:prstGeom prst="roundRect">
            <a:avLst/>
          </a:prstGeom>
          <a:solidFill>
            <a:srgbClr val="40F11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numCol="1" rtlCol="0" anchor="ctr" anchorCtr="0" compatLnSpc="1">
            <a:prstTxWarp prst="textNoShape">
              <a:avLst/>
            </a:prstTxWarp>
          </a:bodyPr>
          <a:lstStyle/>
          <a:p>
            <a:pPr algn="ctr" defTabSz="914290"/>
            <a:r>
              <a:rPr lang="fr-FR" sz="1100" dirty="0" smtClean="0">
                <a:latin typeface="Arial"/>
                <a:cs typeface="Arial"/>
              </a:rPr>
              <a:t>SVN La Poste</a:t>
            </a:r>
            <a:endParaRPr lang="fr-FR" sz="1100" dirty="0">
              <a:latin typeface="Arial"/>
              <a:cs typeface="Arial"/>
            </a:endParaRPr>
          </a:p>
        </p:txBody>
      </p:sp>
      <p:pic>
        <p:nvPicPr>
          <p:cNvPr id="2" name="Picture 1" descr="plan_photo_1347191970.jpg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5425" y="1124744"/>
            <a:ext cx="936104" cy="936104"/>
          </a:xfrm>
          <a:prstGeom prst="rect">
            <a:avLst/>
          </a:prstGeom>
        </p:spPr>
      </p:pic>
      <p:sp>
        <p:nvSpPr>
          <p:cNvPr id="96" name="Espace réservé du texte 3"/>
          <p:cNvSpPr txBox="1">
            <a:spLocks/>
          </p:cNvSpPr>
          <p:nvPr/>
        </p:nvSpPr>
        <p:spPr bwMode="auto">
          <a:xfrm>
            <a:off x="7740352" y="5445224"/>
            <a:ext cx="1331640" cy="445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D60"/>
              </a:buClr>
              <a:buSzPct val="100000"/>
              <a:buNone/>
              <a:defRPr sz="1000" b="0" cap="all">
                <a:solidFill>
                  <a:schemeClr val="bg2"/>
                </a:solidFill>
                <a:latin typeface="+mn-lt"/>
                <a:ea typeface="ＭＳ Ｐゴシック" pitchFamily="-104" charset="-128"/>
                <a:cs typeface="ＭＳ Ｐゴシック" pitchFamily="-104" charset="-128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 b="1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None/>
              <a:defRPr sz="1800" b="1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None/>
              <a:defRPr sz="1600" b="1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5pPr>
            <a:lvl6pPr marL="22860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6pPr>
            <a:lvl7pPr marL="2743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7pPr>
            <a:lvl8pPr marL="3200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8pPr>
            <a:lvl9pPr marL="3657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9pPr>
          </a:lstStyle>
          <a:p>
            <a:r>
              <a:rPr lang="fr-FR" sz="1200" b="1" kern="0" cap="none" dirty="0" smtClean="0">
                <a:solidFill>
                  <a:schemeClr val="tx2">
                    <a:lumMod val="65000"/>
                    <a:lumOff val="35000"/>
                  </a:schemeClr>
                </a:solidFill>
              </a:rPr>
              <a:t>ENV. DEMO</a:t>
            </a:r>
            <a:endParaRPr lang="fr-FR" sz="1200" b="1" kern="0" cap="none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7" name="Rectangle à coins arrondis 133"/>
          <p:cNvSpPr/>
          <p:nvPr/>
        </p:nvSpPr>
        <p:spPr bwMode="auto">
          <a:xfrm>
            <a:off x="562349" y="5907967"/>
            <a:ext cx="734429" cy="285147"/>
          </a:xfrm>
          <a:prstGeom prst="roundRect">
            <a:avLst/>
          </a:prstGeom>
          <a:solidFill>
            <a:srgbClr val="40F11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numCol="1" rtlCol="0" anchor="ctr" anchorCtr="0" compatLnSpc="1">
            <a:prstTxWarp prst="textNoShape">
              <a:avLst/>
            </a:prstTxWarp>
          </a:bodyPr>
          <a:lstStyle/>
          <a:p>
            <a:pPr algn="ctr" defTabSz="914290"/>
            <a:r>
              <a:rPr lang="fr-FR" sz="1100" dirty="0" smtClean="0">
                <a:latin typeface="Arial"/>
                <a:cs typeface="Arial"/>
              </a:rPr>
              <a:t>DONE</a:t>
            </a:r>
            <a:endParaRPr lang="fr-FR" sz="1100" dirty="0">
              <a:latin typeface="Arial"/>
              <a:cs typeface="Arial"/>
            </a:endParaRPr>
          </a:p>
        </p:txBody>
      </p:sp>
      <p:sp>
        <p:nvSpPr>
          <p:cNvPr id="98" name="Rectangle à coins arrondis 133"/>
          <p:cNvSpPr/>
          <p:nvPr/>
        </p:nvSpPr>
        <p:spPr bwMode="auto">
          <a:xfrm>
            <a:off x="1535354" y="5917793"/>
            <a:ext cx="734429" cy="285147"/>
          </a:xfrm>
          <a:prstGeom prst="round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numCol="1" rtlCol="0" anchor="t" anchorCtr="0" compatLnSpc="1">
            <a:prstTxWarp prst="textNoShape">
              <a:avLst/>
            </a:prstTxWarp>
          </a:bodyPr>
          <a:lstStyle/>
          <a:p>
            <a:pPr algn="ctr" defTabSz="914290"/>
            <a:r>
              <a:rPr lang="fr-FR" sz="1100" dirty="0" smtClean="0">
                <a:latin typeface="Arial"/>
                <a:cs typeface="Arial"/>
              </a:rPr>
              <a:t>TO DO</a:t>
            </a:r>
            <a:endParaRPr lang="fr-FR" sz="1100" dirty="0">
              <a:latin typeface="Arial"/>
              <a:cs typeface="Arial"/>
            </a:endParaRPr>
          </a:p>
        </p:txBody>
      </p:sp>
      <p:sp>
        <p:nvSpPr>
          <p:cNvPr id="99" name="Rectangle à coins arrondis 74"/>
          <p:cNvSpPr/>
          <p:nvPr/>
        </p:nvSpPr>
        <p:spPr bwMode="auto">
          <a:xfrm>
            <a:off x="4934079" y="2768707"/>
            <a:ext cx="792088" cy="278573"/>
          </a:xfrm>
          <a:prstGeom prst="roundRect">
            <a:avLst/>
          </a:prstGeom>
          <a:solidFill>
            <a:srgbClr val="40F11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numCol="1" rtlCol="0" anchor="ctr" anchorCtr="0" compatLnSpc="1">
            <a:prstTxWarp prst="textNoShape">
              <a:avLst/>
            </a:prstTxWarp>
          </a:bodyPr>
          <a:lstStyle/>
          <a:p>
            <a:pPr algn="ctr" defTabSz="914290"/>
            <a:r>
              <a:rPr lang="fr-FR" sz="1100" dirty="0" err="1" smtClean="0">
                <a:latin typeface="Arial"/>
                <a:cs typeface="Arial"/>
              </a:rPr>
              <a:t>istanbul</a:t>
            </a:r>
            <a:endParaRPr lang="fr-FR" sz="1100" dirty="0">
              <a:latin typeface="Arial"/>
              <a:cs typeface="Arial"/>
            </a:endParaRPr>
          </a:p>
        </p:txBody>
      </p:sp>
      <p:sp>
        <p:nvSpPr>
          <p:cNvPr id="100" name="Rectangle à coins arrondis 133"/>
          <p:cNvSpPr/>
          <p:nvPr/>
        </p:nvSpPr>
        <p:spPr bwMode="auto">
          <a:xfrm>
            <a:off x="4760786" y="5746216"/>
            <a:ext cx="1008112" cy="288032"/>
          </a:xfrm>
          <a:prstGeom prst="roundRect">
            <a:avLst/>
          </a:prstGeom>
          <a:solidFill>
            <a:srgbClr val="40F11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numCol="1" rtlCol="0" anchor="t" anchorCtr="0" compatLnSpc="1">
            <a:prstTxWarp prst="textNoShape">
              <a:avLst/>
            </a:prstTxWarp>
          </a:bodyPr>
          <a:lstStyle/>
          <a:p>
            <a:pPr algn="ctr" defTabSz="914290"/>
            <a:r>
              <a:rPr lang="fr-FR" sz="1100" dirty="0" err="1" smtClean="0">
                <a:latin typeface="Arial"/>
                <a:cs typeface="Arial"/>
              </a:rPr>
              <a:t>casperjs</a:t>
            </a:r>
            <a:endParaRPr lang="fr-FR" sz="1100" dirty="0">
              <a:latin typeface="Arial"/>
              <a:cs typeface="Arial"/>
            </a:endParaRPr>
          </a:p>
        </p:txBody>
      </p:sp>
      <p:sp>
        <p:nvSpPr>
          <p:cNvPr id="101" name="Rectangle à coins arrondis 133"/>
          <p:cNvSpPr/>
          <p:nvPr/>
        </p:nvSpPr>
        <p:spPr bwMode="auto">
          <a:xfrm>
            <a:off x="4764885" y="6046459"/>
            <a:ext cx="1008112" cy="288032"/>
          </a:xfrm>
          <a:prstGeom prst="roundRect">
            <a:avLst/>
          </a:prstGeom>
          <a:solidFill>
            <a:srgbClr val="40F11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numCol="1" rtlCol="0" anchor="t" anchorCtr="0" compatLnSpc="1">
            <a:prstTxWarp prst="textNoShape">
              <a:avLst/>
            </a:prstTxWarp>
          </a:bodyPr>
          <a:lstStyle/>
          <a:p>
            <a:pPr algn="ctr" defTabSz="914290"/>
            <a:r>
              <a:rPr lang="fr-FR" sz="1100" dirty="0" err="1" smtClean="0">
                <a:latin typeface="Arial"/>
                <a:cs typeface="Arial"/>
              </a:rPr>
              <a:t>phantomjs</a:t>
            </a:r>
            <a:endParaRPr lang="fr-FR" sz="1100" dirty="0">
              <a:latin typeface="Arial"/>
              <a:cs typeface="Arial"/>
            </a:endParaRPr>
          </a:p>
        </p:txBody>
      </p:sp>
      <p:sp>
        <p:nvSpPr>
          <p:cNvPr id="102" name="Rectangle à coins arrondis 133"/>
          <p:cNvSpPr/>
          <p:nvPr/>
        </p:nvSpPr>
        <p:spPr bwMode="auto">
          <a:xfrm>
            <a:off x="6113231" y="5449724"/>
            <a:ext cx="929548" cy="270297"/>
          </a:xfrm>
          <a:prstGeom prst="roundRect">
            <a:avLst/>
          </a:prstGeom>
          <a:solidFill>
            <a:srgbClr val="40F11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numCol="1" rtlCol="0" anchor="ctr" anchorCtr="0" compatLnSpc="1">
            <a:prstTxWarp prst="textNoShape">
              <a:avLst/>
            </a:prstTxWarp>
          </a:bodyPr>
          <a:lstStyle/>
          <a:p>
            <a:pPr algn="ctr" defTabSz="914290"/>
            <a:r>
              <a:rPr lang="fr-FR" sz="1100" dirty="0" err="1" smtClean="0">
                <a:latin typeface="Arial"/>
                <a:cs typeface="Arial"/>
              </a:rPr>
              <a:t>rpmbuild</a:t>
            </a:r>
            <a:endParaRPr lang="fr-FR" sz="1100" dirty="0">
              <a:latin typeface="Arial"/>
              <a:cs typeface="Arial"/>
            </a:endParaRPr>
          </a:p>
        </p:txBody>
      </p:sp>
      <p:sp>
        <p:nvSpPr>
          <p:cNvPr id="103" name="Rectangle à coins arrondis 72"/>
          <p:cNvSpPr/>
          <p:nvPr/>
        </p:nvSpPr>
        <p:spPr bwMode="auto">
          <a:xfrm>
            <a:off x="3139735" y="4480654"/>
            <a:ext cx="864096" cy="245912"/>
          </a:xfrm>
          <a:prstGeom prst="round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9" tIns="45715" rIns="91429" bIns="45715" numCol="1" rtlCol="0" anchor="ctr" anchorCtr="0" compatLnSpc="1">
            <a:prstTxWarp prst="textNoShape">
              <a:avLst/>
            </a:prstTxWarp>
          </a:bodyPr>
          <a:lstStyle/>
          <a:p>
            <a:pPr algn="ctr" defTabSz="914290"/>
            <a:r>
              <a:rPr lang="fr-FR" sz="1100" dirty="0" err="1" smtClean="0">
                <a:latin typeface="Arial"/>
                <a:cs typeface="Arial"/>
              </a:rPr>
              <a:t>Bower</a:t>
            </a:r>
            <a:endParaRPr lang="fr-FR" sz="1100" dirty="0"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95425" y="2210088"/>
            <a:ext cx="1454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Blip>
                <a:blip r:embed="rId3"/>
              </a:buBlip>
            </a:pPr>
            <a:r>
              <a:rPr lang="en-US" sz="1600" dirty="0" smtClean="0">
                <a:solidFill>
                  <a:schemeClr val="tx2">
                    <a:lumMod val="65000"/>
                    <a:lumOff val="35000"/>
                  </a:schemeClr>
                </a:solidFill>
                <a:latin typeface="Arial"/>
              </a:rPr>
              <a:t>2go ram</a:t>
            </a:r>
          </a:p>
          <a:p>
            <a:pPr marL="171450" indent="-171450">
              <a:buBlip>
                <a:blip r:embed="rId3"/>
              </a:buBlip>
            </a:pPr>
            <a:r>
              <a:rPr lang="en-US" sz="1600" dirty="0" smtClean="0">
                <a:solidFill>
                  <a:schemeClr val="tx2">
                    <a:lumMod val="65000"/>
                    <a:lumOff val="35000"/>
                  </a:schemeClr>
                </a:solidFill>
                <a:latin typeface="Arial"/>
              </a:rPr>
              <a:t>5go de disk</a:t>
            </a:r>
          </a:p>
          <a:p>
            <a:pPr marL="171450" indent="-171450">
              <a:buBlip>
                <a:blip r:embed="rId3"/>
              </a:buBlip>
            </a:pPr>
            <a:r>
              <a:rPr lang="en-US" sz="1600" dirty="0" smtClean="0">
                <a:solidFill>
                  <a:schemeClr val="tx2">
                    <a:lumMod val="65000"/>
                    <a:lumOff val="35000"/>
                  </a:schemeClr>
                </a:solidFill>
                <a:latin typeface="Arial"/>
              </a:rPr>
              <a:t>1 </a:t>
            </a:r>
            <a:r>
              <a:rPr lang="en-US" sz="1600" dirty="0" err="1" smtClean="0">
                <a:solidFill>
                  <a:schemeClr val="tx2">
                    <a:lumMod val="65000"/>
                    <a:lumOff val="35000"/>
                  </a:schemeClr>
                </a:solidFill>
                <a:latin typeface="Arial"/>
              </a:rPr>
              <a:t>cpu</a:t>
            </a:r>
            <a:endParaRPr lang="en-US" sz="1600" dirty="0" smtClean="0">
              <a:solidFill>
                <a:schemeClr val="tx2">
                  <a:lumMod val="65000"/>
                  <a:lumOff val="3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39710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Pile logicielle</a:t>
            </a:r>
            <a:endParaRPr lang="en-US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245624" y="874591"/>
            <a:ext cx="4260735" cy="52797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D60"/>
              </a:buClr>
              <a:buSzPct val="100000"/>
              <a:buBlip>
                <a:blip r:embed="rId2"/>
              </a:buBlip>
              <a:defRPr sz="2000">
                <a:solidFill>
                  <a:srgbClr val="4C4C4C"/>
                </a:solidFill>
                <a:latin typeface="+mn-lt"/>
                <a:ea typeface="ＭＳ Ｐゴシック" pitchFamily="-104" charset="-128"/>
                <a:cs typeface="ＭＳ Ｐゴシック" pitchFamily="-104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3"/>
              </a:buBlip>
              <a:defRPr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4"/>
              </a:buBlip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5"/>
              </a:buBlip>
              <a:defRPr sz="14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9pPr>
          </a:lstStyle>
          <a:p>
            <a:r>
              <a:rPr lang="fr-FR" sz="2400" dirty="0" err="1" smtClean="0"/>
              <a:t>Node</a:t>
            </a:r>
            <a:r>
              <a:rPr lang="fr-FR" sz="2400" dirty="0" err="1" smtClean="0"/>
              <a:t>js</a:t>
            </a:r>
            <a:r>
              <a:rPr lang="fr-FR" sz="2400" dirty="0" smtClean="0"/>
              <a:t> / </a:t>
            </a:r>
            <a:r>
              <a:rPr lang="fr-FR" sz="2400" dirty="0" err="1" smtClean="0"/>
              <a:t>npm</a:t>
            </a:r>
            <a:endParaRPr lang="fr-FR" sz="2400" dirty="0" smtClean="0"/>
          </a:p>
          <a:p>
            <a:r>
              <a:rPr lang="fr-FR" sz="2400" dirty="0" err="1" smtClean="0"/>
              <a:t>Gulp</a:t>
            </a:r>
            <a:endParaRPr lang="fr-FR" sz="2400" dirty="0" smtClean="0"/>
          </a:p>
          <a:p>
            <a:r>
              <a:rPr lang="fr-FR" sz="2400" dirty="0" smtClean="0"/>
              <a:t>Mocha</a:t>
            </a:r>
          </a:p>
          <a:p>
            <a:r>
              <a:rPr lang="fr-FR" sz="2400" dirty="0" smtClean="0"/>
              <a:t>Chai</a:t>
            </a:r>
          </a:p>
          <a:p>
            <a:r>
              <a:rPr lang="fr-FR" sz="2400" dirty="0" smtClean="0"/>
              <a:t>Istanbul</a:t>
            </a:r>
          </a:p>
          <a:p>
            <a:r>
              <a:rPr lang="fr-FR" sz="2400" dirty="0" err="1" smtClean="0">
                <a:solidFill>
                  <a:schemeClr val="bg2">
                    <a:lumMod val="50000"/>
                  </a:schemeClr>
                </a:solidFill>
              </a:rPr>
              <a:t>Jshint</a:t>
            </a:r>
            <a:endParaRPr lang="fr-FR" sz="24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fr-FR" sz="2400" dirty="0" err="1" smtClean="0"/>
              <a:t>Capserjs</a:t>
            </a:r>
            <a:endParaRPr lang="fr-FR" sz="2400" dirty="0" smtClean="0"/>
          </a:p>
          <a:p>
            <a:r>
              <a:rPr lang="fr-FR" sz="2400" dirty="0" err="1" smtClean="0"/>
              <a:t>Phantomjs</a:t>
            </a:r>
            <a:endParaRPr lang="fr-FR" sz="2400" dirty="0" smtClean="0"/>
          </a:p>
          <a:p>
            <a:r>
              <a:rPr lang="fr-FR" sz="2400" dirty="0"/>
              <a:t>s</a:t>
            </a:r>
            <a:r>
              <a:rPr lang="fr-FR" sz="2400" dirty="0" smtClean="0"/>
              <a:t>h / </a:t>
            </a:r>
            <a:r>
              <a:rPr lang="fr-FR" sz="2400" dirty="0" err="1" smtClean="0"/>
              <a:t>ssh</a:t>
            </a:r>
            <a:endParaRPr lang="fr-FR" sz="2400" dirty="0" smtClean="0"/>
          </a:p>
          <a:p>
            <a:r>
              <a:rPr lang="fr-FR" sz="2400" dirty="0" err="1" smtClean="0">
                <a:solidFill>
                  <a:srgbClr val="7F7F7F"/>
                </a:solidFill>
              </a:rPr>
              <a:t>Cucumber</a:t>
            </a:r>
            <a:endParaRPr lang="fr-FR" sz="2400" dirty="0" smtClean="0">
              <a:solidFill>
                <a:srgbClr val="7F7F7F"/>
              </a:solidFill>
            </a:endParaRPr>
          </a:p>
          <a:p>
            <a:endParaRPr lang="fr-FR" sz="2400" dirty="0"/>
          </a:p>
          <a:p>
            <a:r>
              <a:rPr lang="fr-FR" sz="2400" dirty="0" err="1" smtClean="0"/>
              <a:t>Rpmbuild</a:t>
            </a:r>
            <a:endParaRPr lang="fr-FR" sz="2000" b="1" dirty="0" smtClean="0">
              <a:solidFill>
                <a:srgbClr val="004FC2"/>
              </a:solidFill>
              <a:latin typeface="Courier New"/>
              <a:cs typeface="Courier New"/>
            </a:endParaRP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4658759" y="874591"/>
            <a:ext cx="4260735" cy="52797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D60"/>
              </a:buClr>
              <a:buSzPct val="100000"/>
              <a:buBlip>
                <a:blip r:embed="rId2"/>
              </a:buBlip>
              <a:defRPr sz="2000">
                <a:solidFill>
                  <a:srgbClr val="4C4C4C"/>
                </a:solidFill>
                <a:latin typeface="+mn-lt"/>
                <a:ea typeface="ＭＳ Ｐゴシック" pitchFamily="-104" charset="-128"/>
                <a:cs typeface="ＭＳ Ｐゴシック" pitchFamily="-104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3"/>
              </a:buBlip>
              <a:defRPr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4"/>
              </a:buBlip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5"/>
              </a:buBlip>
              <a:defRPr sz="14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9pPr>
          </a:lstStyle>
          <a:p>
            <a:r>
              <a:rPr lang="fr-FR" sz="2400" i="1" dirty="0" smtClean="0"/>
              <a:t>Les outils peuvent soit </a:t>
            </a:r>
            <a:r>
              <a:rPr lang="fr-FR" sz="2400" i="1" dirty="0" smtClean="0"/>
              <a:t>être installés via un plugin </a:t>
            </a:r>
            <a:r>
              <a:rPr lang="fr-FR" sz="2400" i="1" dirty="0" err="1" smtClean="0"/>
              <a:t>jenkins</a:t>
            </a:r>
            <a:r>
              <a:rPr lang="fr-FR" sz="2400" i="1" dirty="0" smtClean="0"/>
              <a:t> (non testé par le projet)</a:t>
            </a:r>
          </a:p>
          <a:p>
            <a:endParaRPr lang="fr-FR" sz="2400" i="1" dirty="0"/>
          </a:p>
          <a:p>
            <a:r>
              <a:rPr lang="fr-FR" sz="2400" i="1" dirty="0" smtClean="0"/>
              <a:t>Soit être installés directement sur la machine (passage de commandes « </a:t>
            </a:r>
            <a:r>
              <a:rPr lang="fr-FR" sz="2400" i="1" dirty="0" err="1" smtClean="0"/>
              <a:t>npm</a:t>
            </a:r>
            <a:r>
              <a:rPr lang="fr-FR" sz="2400" i="1" dirty="0" smtClean="0"/>
              <a:t> </a:t>
            </a:r>
            <a:r>
              <a:rPr lang="fr-FR" sz="2400" i="1" dirty="0" err="1" smtClean="0"/>
              <a:t>install</a:t>
            </a:r>
            <a:r>
              <a:rPr lang="fr-FR" sz="2400" i="1" dirty="0" smtClean="0"/>
              <a:t> »)</a:t>
            </a:r>
          </a:p>
          <a:p>
            <a:endParaRPr lang="fr-FR" sz="2400" i="1" dirty="0"/>
          </a:p>
          <a:p>
            <a:r>
              <a:rPr lang="fr-FR" sz="2400" i="1" dirty="0" smtClean="0"/>
              <a:t>Soit toute autre technique de gestion de </a:t>
            </a:r>
            <a:r>
              <a:rPr lang="fr-FR" sz="2400" i="1" dirty="0" err="1" smtClean="0"/>
              <a:t>conf</a:t>
            </a:r>
            <a:r>
              <a:rPr lang="fr-FR" sz="2400" i="1" dirty="0" smtClean="0"/>
              <a:t> (</a:t>
            </a:r>
            <a:r>
              <a:rPr lang="fr-FR" sz="2400" i="1" dirty="0" err="1" smtClean="0"/>
              <a:t>puppet</a:t>
            </a:r>
            <a:r>
              <a:rPr lang="fr-FR" sz="2400" i="1" dirty="0" smtClean="0"/>
              <a:t>, </a:t>
            </a:r>
            <a:r>
              <a:rPr lang="fr-FR" sz="2400" i="1" dirty="0" err="1" smtClean="0"/>
              <a:t>etc</a:t>
            </a:r>
            <a:r>
              <a:rPr lang="fr-FR" sz="2400" i="1" dirty="0" smtClean="0"/>
              <a:t>)</a:t>
            </a:r>
          </a:p>
          <a:p>
            <a:endParaRPr lang="fr-FR" sz="2400" b="1" i="1" dirty="0">
              <a:solidFill>
                <a:srgbClr val="004FC2"/>
              </a:solidFill>
              <a:latin typeface="Courier New"/>
              <a:cs typeface="Courier New"/>
            </a:endParaRPr>
          </a:p>
          <a:p>
            <a:endParaRPr lang="fr-FR" sz="2000" b="1" i="1" dirty="0" smtClean="0">
              <a:solidFill>
                <a:srgbClr val="004FC2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059589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Prérequis pour un usage optimal par le projet</a:t>
            </a:r>
            <a:endParaRPr lang="en-US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245624" y="874591"/>
            <a:ext cx="8646855" cy="52797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D60"/>
              </a:buClr>
              <a:buSzPct val="100000"/>
              <a:buBlip>
                <a:blip r:embed="rId2"/>
              </a:buBlip>
              <a:defRPr sz="2000">
                <a:solidFill>
                  <a:srgbClr val="4C4C4C"/>
                </a:solidFill>
                <a:latin typeface="+mn-lt"/>
                <a:ea typeface="ＭＳ Ｐゴシック" pitchFamily="-104" charset="-128"/>
                <a:cs typeface="ＭＳ Ｐゴシック" pitchFamily="-104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3"/>
              </a:buBlip>
              <a:defRPr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4"/>
              </a:buBlip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5"/>
              </a:buBlip>
              <a:defRPr sz="14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4C4C4C"/>
                </a:solidFill>
                <a:latin typeface="+mn-lt"/>
                <a:ea typeface="ＭＳ Ｐゴシック" pitchFamily="-104" charset="-128"/>
              </a:defRPr>
            </a:lvl9pPr>
          </a:lstStyle>
          <a:p>
            <a:r>
              <a:rPr lang="fr-FR" sz="2400" dirty="0" smtClean="0"/>
              <a:t>Capacité à créer / configurer des jobs customs par le projet</a:t>
            </a:r>
          </a:p>
          <a:p>
            <a:endParaRPr lang="fr-FR" sz="2400" dirty="0"/>
          </a:p>
          <a:p>
            <a:r>
              <a:rPr lang="fr-FR" sz="2400" dirty="0" smtClean="0"/>
              <a:t>La machine </a:t>
            </a:r>
            <a:r>
              <a:rPr lang="fr-FR" sz="2400" dirty="0" err="1" smtClean="0"/>
              <a:t>jenkins</a:t>
            </a:r>
            <a:r>
              <a:rPr lang="fr-FR" sz="2400" dirty="0" smtClean="0"/>
              <a:t> a accès en </a:t>
            </a:r>
            <a:r>
              <a:rPr lang="fr-FR" sz="2400" dirty="0" err="1" smtClean="0"/>
              <a:t>ssh</a:t>
            </a:r>
            <a:r>
              <a:rPr lang="fr-FR" sz="2400" dirty="0" smtClean="0"/>
              <a:t>/</a:t>
            </a:r>
            <a:r>
              <a:rPr lang="fr-FR" sz="2400" dirty="0" err="1" smtClean="0"/>
              <a:t>root</a:t>
            </a:r>
            <a:r>
              <a:rPr lang="fr-FR" sz="2400" dirty="0" smtClean="0"/>
              <a:t> (</a:t>
            </a:r>
            <a:r>
              <a:rPr lang="fr-FR" sz="2400" dirty="0" err="1" smtClean="0"/>
              <a:t>sudo</a:t>
            </a:r>
            <a:r>
              <a:rPr lang="fr-FR" sz="2400" dirty="0" smtClean="0"/>
              <a:t> à minima) aux machines cibles des déploiements (R7 MOE par exemple)</a:t>
            </a:r>
          </a:p>
          <a:p>
            <a:endParaRPr lang="fr-FR" sz="2400" dirty="0"/>
          </a:p>
          <a:p>
            <a:r>
              <a:rPr lang="fr-FR" sz="2400" dirty="0" smtClean="0"/>
              <a:t>La machine </a:t>
            </a:r>
            <a:r>
              <a:rPr lang="fr-FR" sz="2400" dirty="0" err="1" smtClean="0"/>
              <a:t>jenkins</a:t>
            </a:r>
            <a:r>
              <a:rPr lang="fr-FR" sz="2400" dirty="0" smtClean="0"/>
              <a:t> à accès à internet (pour l’installation des plugins / outils additionnels par le projet)</a:t>
            </a:r>
          </a:p>
          <a:p>
            <a:endParaRPr lang="fr-FR" sz="2400" dirty="0"/>
          </a:p>
          <a:p>
            <a:r>
              <a:rPr lang="fr-FR" sz="2400" dirty="0" smtClean="0"/>
              <a:t>La machine </a:t>
            </a:r>
            <a:r>
              <a:rPr lang="fr-FR" sz="2400" dirty="0" err="1" smtClean="0"/>
              <a:t>jenkins</a:t>
            </a:r>
            <a:r>
              <a:rPr lang="fr-FR" sz="2400" dirty="0" smtClean="0"/>
              <a:t> est accessible sur internet pour </a:t>
            </a:r>
            <a:r>
              <a:rPr lang="fr-FR" sz="2400" dirty="0" smtClean="0"/>
              <a:t>être </a:t>
            </a:r>
            <a:r>
              <a:rPr lang="fr-FR" sz="2400" smtClean="0"/>
              <a:t>accessible facilement par </a:t>
            </a:r>
            <a:r>
              <a:rPr lang="fr-FR" sz="2400" dirty="0" smtClean="0"/>
              <a:t>le projet</a:t>
            </a:r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</p:txBody>
      </p:sp>
    </p:spTree>
    <p:extLst>
      <p:ext uri="{BB962C8B-B14F-4D97-AF65-F5344CB8AC3E}">
        <p14:creationId xmlns:p14="http://schemas.microsoft.com/office/powerpoint/2010/main" val="22671023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Thème par défaut">
  <a:themeElements>
    <a:clrScheme name="Personnalisée 1">
      <a:dk1>
        <a:srgbClr val="141313"/>
      </a:dk1>
      <a:lt1>
        <a:srgbClr val="FFFFFF"/>
      </a:lt1>
      <a:dk2>
        <a:srgbClr val="000000"/>
      </a:dk2>
      <a:lt2>
        <a:srgbClr val="FFFFFF"/>
      </a:lt2>
      <a:accent1>
        <a:srgbClr val="00A2D8"/>
      </a:accent1>
      <a:accent2>
        <a:srgbClr val="FAB434"/>
      </a:accent2>
      <a:accent3>
        <a:srgbClr val="78B755"/>
      </a:accent3>
      <a:accent4>
        <a:srgbClr val="E63527"/>
      </a:accent4>
      <a:accent5>
        <a:srgbClr val="78C6C3"/>
      </a:accent5>
      <a:accent6>
        <a:srgbClr val="002458"/>
      </a:accent6>
      <a:hlink>
        <a:srgbClr val="000000"/>
      </a:hlink>
      <a:folHlink>
        <a:srgbClr val="808080"/>
      </a:folHlink>
    </a:clrScheme>
    <a:fontScheme name="Nouvelle pré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104" charset="0"/>
          </a:defRPr>
        </a:defPPr>
      </a:lstStyle>
    </a:lnDef>
    <a:txDef>
      <a:spPr>
        <a:noFill/>
      </a:spPr>
      <a:bodyPr wrap="square" rtlCol="0">
        <a:spAutoFit/>
      </a:bodyPr>
      <a:lstStyle>
        <a:defPPr marL="171450" indent="-171450">
          <a:buBlip>
            <a:blip xmlns:r="http://schemas.openxmlformats.org/officeDocument/2006/relationships" r:embed="rId1"/>
          </a:buBlip>
          <a:defRPr sz="1600" dirty="0" err="1" smtClean="0">
            <a:solidFill>
              <a:schemeClr val="tx2">
                <a:lumMod val="65000"/>
                <a:lumOff val="35000"/>
              </a:schemeClr>
            </a:solidFill>
            <a:latin typeface="Arial"/>
          </a:defRPr>
        </a:defPPr>
      </a:lstStyle>
    </a:txDef>
  </a:objectDefaults>
  <a:extraClrSchemeLst>
    <a:extraClrScheme>
      <a:clrScheme name="Nouvelle pré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 par défaut.thmx</Template>
  <TotalTime>13959</TotalTime>
  <Words>219</Words>
  <Application>Microsoft Macintosh PowerPoint</Application>
  <PresentationFormat>On-screen Show (4:3)</PresentationFormat>
  <Paragraphs>76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Thème par défaut</vt:lpstr>
      <vt:lpstr>Usine de développement (projet Portail Entreprise)</vt:lpstr>
      <vt:lpstr>Pile logicielle</vt:lpstr>
      <vt:lpstr>Prérequis pour un usage optimal par le projet</vt:lpstr>
    </vt:vector>
  </TitlesOfParts>
  <Manager/>
  <Company>OCTO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Usine de développement (projet Portail Entreprise)</dc:title>
  <dc:subject/>
  <dc:creator>WWO</dc:creator>
  <cp:keywords/>
  <dc:description/>
  <cp:lastModifiedBy>Wojciech WOJCIK</cp:lastModifiedBy>
  <cp:revision>79</cp:revision>
  <dcterms:created xsi:type="dcterms:W3CDTF">2015-09-16T08:40:08Z</dcterms:created>
  <dcterms:modified xsi:type="dcterms:W3CDTF">2015-11-18T08:35:20Z</dcterms:modified>
  <cp:category/>
</cp:coreProperties>
</file>